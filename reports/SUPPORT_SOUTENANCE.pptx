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========================================================================
SUPPORT DE SOUTENANCE — à convertir en PDF ou PPTX.
Format : Marp (https://marp.app).
  - VS Code : extension « Marp for VS Code » → clic droit → Export slide deck → PDF/PPTX.
  - CLI     : npx @marp-team/marp-cli SUPPORT_SOUTENANCE.md --pptx   (ou --pdf)
Chaque slide est séparée par « --- ». Les blocs de commentaires HTML sont les NOTES
ORATEUR (deviennent les notes du présentateur en PPTX ; invisibles à l'écran).
Cible : 30 min de présentation + 30 min de questions. ~19 slides.
Budget temps indiqué par slide (total ≈ 28 min, garde une marge).
Les figures sont dans ../artifacts/figures/ (générées par le notebook).
========================================================================
[0:30] Se présenter, annoncer le sujet en une phrase :
« Je vous présente une solution d'IA qui détecte, dès le milieu du premier
semestre, les étudiants de L1 en risque de décrochage, pour prioriser
l'accompagnement — de façon explicable et conforme au RGPD. »
Annoncer la durée et qu'on prendra les questions à la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[0:30] Donner la carte. Insister : « le fil rouge de ma démarche, c'est la
RIGUEUR anti-fuite et l'EXPLICABILITÉ, parce que ce sont des données
étudiantes sensibles. » Ne pas lire les 8 points un à 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[2:00] Raconter le problème comme une histoire, pas comme une fiche.
Le point clé à faire passer : la contrainte « MI-S1 » conditionne tout
(elle interdit certaines variables — j'y reviens au slide des pièges).
« Le modèle n'est qu'une aide à la décision : l'humain garde la main.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Justifier pourquoi c'est de la CLASSIFICATION (décision oui/non
d'accompagner) et pas juste de la régression. La régression est un COMPLÉMENT
pour calibrer l'intensité. Question jury probable : « pourquoi pas prédire
seulement la note ? » → parce que la décision métier est binaire.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[3:00] SLIDE LA PLUS IMPORTANTE. Prendre le temps.
- Fuite de données : moyenne_finale est un résultat de FIN de semestre,
  corrélé au décrochage → l'utiliser = tricher.
- Fuite temporelle : les résultats consolidés de fin de S1 ne sont PAS
  disponibles à mi-S1 → performance flatteuse mais modèle inutilisable.
- Leurres : je ne me contente pas de les retirer, je PROUVE (EDA) qu'ils
  n'ont pas de signal.
Conclure : « et pour ne jamais me tromper, j'ai un garde-fou qui plante si une
colonne interdite entre dans le modèle.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[2:00] Montrer une vraie conscience éthique — c'est très regardé (C2 a un
questionnaire séparé). Question piège classique : « en retirant le sexe, votre
modèle est-il non-discriminant ? » → NON, des proxys corrélés peuvent réintroduire
un biais → d'où l'audit d'équité que je montre plus loin.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[2:00] Insister sur 2 idées défendables :
1. Le nettoyage est dans un MODULE → rejoué à l'identique en production.
2. On impute DANS la pipeline (pas avant le split) sinon fuite du test.
Montrer 1-2 exemples concrets de valeurs sales (« 14.4 km ») — ça marque.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[2:00] Montrer le graphe des densités par classe (présence, LMS, rendus...).
« On voit visuellement que les signaux d'engagement séparent bien les deux
groupes. » Puis mentionner le graphe des leurres (eda_leurres.png) : « et voici
la preuve que les leurres n'apportent rien. » Tu peux mettre eda_leurres.png en
2e image si la place le permet.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[2:00] Justifier AUC (insensible au seuil et au déséquilibre, contrairement à
l'accuracy). Montrer les courbes ROC superposées. Le message : « à performance
égale, je choisis le modèle le plus EXPLICABLE et le plus SOBRE — c'est ce
qu'exige le contexte. » Question probable : « pourquoi pas XGBoost ? » → pas de
gain d'AUC ici, et moins explicable.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Rassurer sur la robustesse : le fait que l'AUC en validation croisée
égale l'AUC sur le test hold-out prouve qu'on ne surapprend pas. Expliquer
pourquoi pondération plutôt que SMOTE : préserve la calibration des probabilités.
Point important : le test final n'a pas servi à choisir le seuil.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[2:00] C'est un slide qui impressionne : montrer qu'on ne prend pas 0,5 par
défaut mais qu'on OPTIMISE un coût métier sur validation. Assumer que le ratio 5:1 est une
hypothèse à valider avec la direction. Lien direct avec l'objectif : ne pas
laisser des étudiants décrocher.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Lire la matrice de confusion : « au seuil retenu, je détecte 96 % des
futurs décrocheurs. » Assumer la précision plus basse (64 %) : c'est un choix —
mieux vaut quelques accompagnements en trop qu'un décrocheur raté. Coût d'un FN
&gt;&gt; coût d'un FP.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[2:00] Deux messages : (1) le modèle n'est pas une boîte noire — SHAP et
l'importance des variables montrent des facteurs sur lesquels on peut AGIR
(relance, tutorat). (2) J'ai vérifié l'équité entre sous-groupes sensibles :
pas d'écart marqué. Tu peux aussi montrer importance_permutation.png.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Court. Montrer que la régression est utile pour NUANCER (soutien léger vs
renforcé), sans prétendre prédire une note exacte. Rappeler qu'on ne s'en sert
JAMAIS pour prédire abandon.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Montrer qu'on va « du notebook au service » : le notebook explique la
démarche, le package exécute la chaîne réutilisable. Mentionner les commandes :
decrochage train, predict, serve, drift-report. Le piège évité : classes custom
importables hors __main__, donc bundle rechargeable en API/CLI.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Dessiner la chaîne à l'oral (ou montrer le schéma ASCII de
docs/architecture.md). Point clé : la DÉCISION HUMAINE est explicitement dans
l'architecture (à la restitution). Citer les acteurs : réussite étudiante, DPO,
DSI, référents.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Montrer qu'on pense au CYCLE DE VIE, pas juste au modèle figé. Insister :
les vraies étiquettes d'abandon arrivent en fin d'année → ré-entraînement annuel
logique. Le A/B test est ce qui permettrait de PROUVER que ça marche vraiment.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Montrer de la lucidité — le jury valorise un candidat qui connaît les
limites de son travail. NE PAS survendre. « Ce que j'ai construit est une
démarche solide et reproductible ; sa validité en production reste à confirmer
sur données réelles.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Résumer en 30 s les 5 messages. Terminer par la valeur métier : « une
aide concrète pour accompagner à temps les étudiants à risque. » Enchaîner sur
les questions avec assurance.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secours, à ne PAS présenter : à garder sous la main pendant les 30 min
de questions. Prépare 1-2 phrases pour chacune à l'avance.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Détection précoce du décrochage étudiant — Soutenance</dc:title>
  <dc:subject>PptxGenJS Presentation</dc:subject>
  <dc:creator>Created by Marp</dc:creator>
  <cp:lastModifiedBy>Created by Marp</cp:lastModifiedBy>
  <cp:revision>1</cp:revision>
  <dcterms:created xsi:type="dcterms:W3CDTF">2026-07-09T19:08:10Z</dcterms:created>
  <dcterms:modified xsi:type="dcterms:W3CDTF">2026-07-09T19:08:10Z</dcterms:modified>
</cp:coreProperties>
</file>
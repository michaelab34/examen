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3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3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AEDE4B-046C-460C-8801-84BA1E21E1DE}" type="doc">
      <dgm:prSet loTypeId="urn:microsoft.com/office/officeart/2005/8/layout/hList6" loCatId="list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AAEF28C1-35A6-459F-9AD4-6C00499CC811}">
      <dgm:prSet custT="1"/>
      <dgm:spPr/>
      <dgm:t>
        <a:bodyPr/>
        <a:lstStyle/>
        <a:p>
          <a:r>
            <a:rPr lang="fr-FR" sz="1200" b="0" i="0" dirty="0"/>
            <a:t>Une université observe un fort taux d'abandon en L1 (~28 % ici).</a:t>
          </a:r>
          <a:endParaRPr lang="fr-FR" sz="1200" dirty="0"/>
        </a:p>
      </dgm:t>
    </dgm:pt>
    <dgm:pt modelId="{140ABC1C-AAEC-45A8-AB9C-469E22F1D652}" type="parTrans" cxnId="{A00F60DD-6E94-4A48-8A8B-74FCD458B107}">
      <dgm:prSet/>
      <dgm:spPr/>
      <dgm:t>
        <a:bodyPr/>
        <a:lstStyle/>
        <a:p>
          <a:endParaRPr lang="fr-FR"/>
        </a:p>
      </dgm:t>
    </dgm:pt>
    <dgm:pt modelId="{DCC2DADA-0B30-4A33-96FC-EA26A200E17C}" type="sibTrans" cxnId="{A00F60DD-6E94-4A48-8A8B-74FCD458B107}">
      <dgm:prSet/>
      <dgm:spPr/>
      <dgm:t>
        <a:bodyPr/>
        <a:lstStyle/>
        <a:p>
          <a:endParaRPr lang="fr-FR"/>
        </a:p>
      </dgm:t>
    </dgm:pt>
    <dgm:pt modelId="{79006EAB-FB63-4C40-81C5-199193FADC94}">
      <dgm:prSet custT="1"/>
      <dgm:spPr/>
      <dgm:t>
        <a:bodyPr/>
        <a:lstStyle/>
        <a:p>
          <a:r>
            <a:rPr lang="fr-FR" sz="1200" b="0" i="0" dirty="0"/>
            <a:t>Besoin : agir tôt (mi-S1) avec des ressources limitées (tuteurs, aides).</a:t>
          </a:r>
          <a:endParaRPr lang="fr-FR" sz="1200" dirty="0"/>
        </a:p>
      </dgm:t>
    </dgm:pt>
    <dgm:pt modelId="{8E396E24-4F94-49F1-A298-EB42332B365D}" type="parTrans" cxnId="{5D6EAF36-8CE8-473A-9876-8176181D5C00}">
      <dgm:prSet/>
      <dgm:spPr/>
      <dgm:t>
        <a:bodyPr/>
        <a:lstStyle/>
        <a:p>
          <a:endParaRPr lang="fr-FR"/>
        </a:p>
      </dgm:t>
    </dgm:pt>
    <dgm:pt modelId="{E4713E18-991D-4CFD-B874-655E55E04C48}" type="sibTrans" cxnId="{5D6EAF36-8CE8-473A-9876-8176181D5C00}">
      <dgm:prSet/>
      <dgm:spPr/>
      <dgm:t>
        <a:bodyPr/>
        <a:lstStyle/>
        <a:p>
          <a:endParaRPr lang="fr-FR"/>
        </a:p>
      </dgm:t>
    </dgm:pt>
    <dgm:pt modelId="{B175833D-7140-4DE9-B5F5-CE3CDBF93D6D}">
      <dgm:prSet custT="1"/>
      <dgm:spPr/>
      <dgm:t>
        <a:bodyPr/>
        <a:lstStyle/>
        <a:p>
          <a:r>
            <a:rPr lang="fr-FR" sz="1200" b="0" i="0" dirty="0"/>
            <a:t>Aujourd'hui : repérage trop tardif (après les partiels).</a:t>
          </a:r>
          <a:endParaRPr lang="fr-FR" sz="1200" dirty="0"/>
        </a:p>
      </dgm:t>
    </dgm:pt>
    <dgm:pt modelId="{F4BBDA34-2CDA-441C-AB1C-2E58BDF5580B}" type="parTrans" cxnId="{01135E1B-3AEB-451B-9CB4-9411225B4C34}">
      <dgm:prSet/>
      <dgm:spPr/>
      <dgm:t>
        <a:bodyPr/>
        <a:lstStyle/>
        <a:p>
          <a:endParaRPr lang="fr-FR"/>
        </a:p>
      </dgm:t>
    </dgm:pt>
    <dgm:pt modelId="{2766FDC1-6A7D-42F8-8236-4F51C0FF1888}" type="sibTrans" cxnId="{01135E1B-3AEB-451B-9CB4-9411225B4C34}">
      <dgm:prSet/>
      <dgm:spPr/>
      <dgm:t>
        <a:bodyPr/>
        <a:lstStyle/>
        <a:p>
          <a:endParaRPr lang="fr-FR"/>
        </a:p>
      </dgm:t>
    </dgm:pt>
    <dgm:pt modelId="{BF7B6569-1EE7-4CC3-88A1-9B4A2AEBD0F4}" type="pres">
      <dgm:prSet presAssocID="{79AEDE4B-046C-460C-8801-84BA1E21E1DE}" presName="Name0" presStyleCnt="0">
        <dgm:presLayoutVars>
          <dgm:dir/>
          <dgm:resizeHandles val="exact"/>
        </dgm:presLayoutVars>
      </dgm:prSet>
      <dgm:spPr/>
    </dgm:pt>
    <dgm:pt modelId="{1FE28E35-8075-4680-8DBA-12CED209F639}" type="pres">
      <dgm:prSet presAssocID="{AAEF28C1-35A6-459F-9AD4-6C00499CC811}" presName="node" presStyleLbl="node1" presStyleIdx="0" presStyleCnt="3">
        <dgm:presLayoutVars>
          <dgm:bulletEnabled val="1"/>
        </dgm:presLayoutVars>
      </dgm:prSet>
      <dgm:spPr/>
    </dgm:pt>
    <dgm:pt modelId="{A435D66D-ED53-4B7C-9CA1-61CAE87AB1B2}" type="pres">
      <dgm:prSet presAssocID="{DCC2DADA-0B30-4A33-96FC-EA26A200E17C}" presName="sibTrans" presStyleCnt="0"/>
      <dgm:spPr/>
    </dgm:pt>
    <dgm:pt modelId="{A2C4740B-C5C2-4DC8-959F-9206EFCBC5E7}" type="pres">
      <dgm:prSet presAssocID="{79006EAB-FB63-4C40-81C5-199193FADC94}" presName="node" presStyleLbl="node1" presStyleIdx="1" presStyleCnt="3">
        <dgm:presLayoutVars>
          <dgm:bulletEnabled val="1"/>
        </dgm:presLayoutVars>
      </dgm:prSet>
      <dgm:spPr/>
    </dgm:pt>
    <dgm:pt modelId="{47F04C5B-24E0-4998-8475-A8D79E9356D0}" type="pres">
      <dgm:prSet presAssocID="{E4713E18-991D-4CFD-B874-655E55E04C48}" presName="sibTrans" presStyleCnt="0"/>
      <dgm:spPr/>
    </dgm:pt>
    <dgm:pt modelId="{EC394906-28A1-4385-9FBF-EE6EEDCB1776}" type="pres">
      <dgm:prSet presAssocID="{B175833D-7140-4DE9-B5F5-CE3CDBF93D6D}" presName="node" presStyleLbl="node1" presStyleIdx="2" presStyleCnt="3">
        <dgm:presLayoutVars>
          <dgm:bulletEnabled val="1"/>
        </dgm:presLayoutVars>
      </dgm:prSet>
      <dgm:spPr/>
    </dgm:pt>
  </dgm:ptLst>
  <dgm:cxnLst>
    <dgm:cxn modelId="{01135E1B-3AEB-451B-9CB4-9411225B4C34}" srcId="{79AEDE4B-046C-460C-8801-84BA1E21E1DE}" destId="{B175833D-7140-4DE9-B5F5-CE3CDBF93D6D}" srcOrd="2" destOrd="0" parTransId="{F4BBDA34-2CDA-441C-AB1C-2E58BDF5580B}" sibTransId="{2766FDC1-6A7D-42F8-8236-4F51C0FF1888}"/>
    <dgm:cxn modelId="{F8091631-078E-4589-9A7A-ACE06D8AD9F9}" type="presOf" srcId="{79006EAB-FB63-4C40-81C5-199193FADC94}" destId="{A2C4740B-C5C2-4DC8-959F-9206EFCBC5E7}" srcOrd="0" destOrd="0" presId="urn:microsoft.com/office/officeart/2005/8/layout/hList6"/>
    <dgm:cxn modelId="{5D6EAF36-8CE8-473A-9876-8176181D5C00}" srcId="{79AEDE4B-046C-460C-8801-84BA1E21E1DE}" destId="{79006EAB-FB63-4C40-81C5-199193FADC94}" srcOrd="1" destOrd="0" parTransId="{8E396E24-4F94-49F1-A298-EB42332B365D}" sibTransId="{E4713E18-991D-4CFD-B874-655E55E04C48}"/>
    <dgm:cxn modelId="{2EC93738-3C69-4209-806C-BCB95747F4CD}" type="presOf" srcId="{AAEF28C1-35A6-459F-9AD4-6C00499CC811}" destId="{1FE28E35-8075-4680-8DBA-12CED209F639}" srcOrd="0" destOrd="0" presId="urn:microsoft.com/office/officeart/2005/8/layout/hList6"/>
    <dgm:cxn modelId="{E64BEB5B-1228-445B-AABD-D636D8FA9818}" type="presOf" srcId="{79AEDE4B-046C-460C-8801-84BA1E21E1DE}" destId="{BF7B6569-1EE7-4CC3-88A1-9B4A2AEBD0F4}" srcOrd="0" destOrd="0" presId="urn:microsoft.com/office/officeart/2005/8/layout/hList6"/>
    <dgm:cxn modelId="{440AF26A-C3DF-47FC-A4F6-A51C82F15CB9}" type="presOf" srcId="{B175833D-7140-4DE9-B5F5-CE3CDBF93D6D}" destId="{EC394906-28A1-4385-9FBF-EE6EEDCB1776}" srcOrd="0" destOrd="0" presId="urn:microsoft.com/office/officeart/2005/8/layout/hList6"/>
    <dgm:cxn modelId="{A00F60DD-6E94-4A48-8A8B-74FCD458B107}" srcId="{79AEDE4B-046C-460C-8801-84BA1E21E1DE}" destId="{AAEF28C1-35A6-459F-9AD4-6C00499CC811}" srcOrd="0" destOrd="0" parTransId="{140ABC1C-AAEC-45A8-AB9C-469E22F1D652}" sibTransId="{DCC2DADA-0B30-4A33-96FC-EA26A200E17C}"/>
    <dgm:cxn modelId="{E53EDF16-068E-43D5-9230-C478D36E12A5}" type="presParOf" srcId="{BF7B6569-1EE7-4CC3-88A1-9B4A2AEBD0F4}" destId="{1FE28E35-8075-4680-8DBA-12CED209F639}" srcOrd="0" destOrd="0" presId="urn:microsoft.com/office/officeart/2005/8/layout/hList6"/>
    <dgm:cxn modelId="{EF27A5C4-4774-46B0-8BB6-CEF88698B882}" type="presParOf" srcId="{BF7B6569-1EE7-4CC3-88A1-9B4A2AEBD0F4}" destId="{A435D66D-ED53-4B7C-9CA1-61CAE87AB1B2}" srcOrd="1" destOrd="0" presId="urn:microsoft.com/office/officeart/2005/8/layout/hList6"/>
    <dgm:cxn modelId="{96BDF95A-05A3-4F0B-9BD2-79DF99221E55}" type="presParOf" srcId="{BF7B6569-1EE7-4CC3-88A1-9B4A2AEBD0F4}" destId="{A2C4740B-C5C2-4DC8-959F-9206EFCBC5E7}" srcOrd="2" destOrd="0" presId="urn:microsoft.com/office/officeart/2005/8/layout/hList6"/>
    <dgm:cxn modelId="{A8561944-C11A-4C33-B6A5-E989B4BA842B}" type="presParOf" srcId="{BF7B6569-1EE7-4CC3-88A1-9B4A2AEBD0F4}" destId="{47F04C5B-24E0-4998-8475-A8D79E9356D0}" srcOrd="3" destOrd="0" presId="urn:microsoft.com/office/officeart/2005/8/layout/hList6"/>
    <dgm:cxn modelId="{03A926C2-81C1-4989-AE12-97D195D35D8A}" type="presParOf" srcId="{BF7B6569-1EE7-4CC3-88A1-9B4A2AEBD0F4}" destId="{EC394906-28A1-4385-9FBF-EE6EEDCB177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0CC4D7-58EF-4469-AD65-CE0ECD5F8190}" type="doc">
      <dgm:prSet loTypeId="urn:microsoft.com/office/officeart/2005/8/layout/hList6" loCatId="list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48D88657-5C2D-4766-B071-722C0A9739E6}">
      <dgm:prSet custT="1"/>
      <dgm:spPr/>
      <dgm:t>
        <a:bodyPr/>
        <a:lstStyle/>
        <a:p>
          <a:r>
            <a:rPr lang="fr-FR" sz="1200" b="0" i="0" dirty="0"/>
            <a:t>Problématique métier : quels étudiants accompagner en priorité, dès mi-S1 ?</a:t>
          </a:r>
          <a:endParaRPr lang="fr-FR" sz="1200" dirty="0"/>
        </a:p>
      </dgm:t>
    </dgm:pt>
    <dgm:pt modelId="{A52C9276-5E23-430A-A965-A4AE7A8A963B}" type="parTrans" cxnId="{326FA1D9-4AD1-4DA2-B7BD-0BE0A5DF0CE0}">
      <dgm:prSet/>
      <dgm:spPr/>
      <dgm:t>
        <a:bodyPr/>
        <a:lstStyle/>
        <a:p>
          <a:endParaRPr lang="fr-FR"/>
        </a:p>
      </dgm:t>
    </dgm:pt>
    <dgm:pt modelId="{DC507D9C-5DD6-4A74-80D1-ACAA1A175BB3}" type="sibTrans" cxnId="{326FA1D9-4AD1-4DA2-B7BD-0BE0A5DF0CE0}">
      <dgm:prSet/>
      <dgm:spPr/>
      <dgm:t>
        <a:bodyPr/>
        <a:lstStyle/>
        <a:p>
          <a:endParaRPr lang="fr-FR"/>
        </a:p>
      </dgm:t>
    </dgm:pt>
    <dgm:pt modelId="{40EE1EBA-D0E2-4D51-BBBE-3DF4BEF4B78C}">
      <dgm:prSet custT="1"/>
      <dgm:spPr/>
      <dgm:t>
        <a:bodyPr/>
        <a:lstStyle/>
        <a:p>
          <a:r>
            <a:rPr lang="fr-FR" sz="1200" b="0" i="0" dirty="0"/>
            <a:t>Problématique IA : </a:t>
          </a:r>
        </a:p>
        <a:p>
          <a:r>
            <a:rPr lang="fr-FR" sz="1200" b="0" i="0" dirty="0"/>
            <a:t>estimer une probabilité de décrochage, explicable, à partir des seules données disponibles à mi-S1.</a:t>
          </a:r>
          <a:endParaRPr lang="fr-FR" sz="1200" dirty="0"/>
        </a:p>
      </dgm:t>
    </dgm:pt>
    <dgm:pt modelId="{9BD07FBC-C816-4D9D-B5E8-4778D8B8FF4B}" type="parTrans" cxnId="{057895CD-FBE4-4A0F-844D-8D55EA78F3A1}">
      <dgm:prSet/>
      <dgm:spPr/>
      <dgm:t>
        <a:bodyPr/>
        <a:lstStyle/>
        <a:p>
          <a:endParaRPr lang="fr-FR"/>
        </a:p>
      </dgm:t>
    </dgm:pt>
    <dgm:pt modelId="{969BF4FD-DD56-43E3-8351-114042D91B86}" type="sibTrans" cxnId="{057895CD-FBE4-4A0F-844D-8D55EA78F3A1}">
      <dgm:prSet/>
      <dgm:spPr/>
      <dgm:t>
        <a:bodyPr/>
        <a:lstStyle/>
        <a:p>
          <a:endParaRPr lang="fr-FR"/>
        </a:p>
      </dgm:t>
    </dgm:pt>
    <dgm:pt modelId="{CC6097B7-10E6-421D-8128-3B3398782163}" type="pres">
      <dgm:prSet presAssocID="{E50CC4D7-58EF-4469-AD65-CE0ECD5F8190}" presName="Name0" presStyleCnt="0">
        <dgm:presLayoutVars>
          <dgm:dir/>
          <dgm:resizeHandles val="exact"/>
        </dgm:presLayoutVars>
      </dgm:prSet>
      <dgm:spPr/>
    </dgm:pt>
    <dgm:pt modelId="{A68B4678-AA87-41F2-92C3-E326DED34F12}" type="pres">
      <dgm:prSet presAssocID="{48D88657-5C2D-4766-B071-722C0A9739E6}" presName="node" presStyleLbl="node1" presStyleIdx="0" presStyleCnt="2">
        <dgm:presLayoutVars>
          <dgm:bulletEnabled val="1"/>
        </dgm:presLayoutVars>
      </dgm:prSet>
      <dgm:spPr/>
    </dgm:pt>
    <dgm:pt modelId="{611FCFE4-7A95-4D76-ADFD-D65152B49531}" type="pres">
      <dgm:prSet presAssocID="{DC507D9C-5DD6-4A74-80D1-ACAA1A175BB3}" presName="sibTrans" presStyleCnt="0"/>
      <dgm:spPr/>
    </dgm:pt>
    <dgm:pt modelId="{C13F65CE-50F6-47ED-AEC2-242EC0BB44A9}" type="pres">
      <dgm:prSet presAssocID="{40EE1EBA-D0E2-4D51-BBBE-3DF4BEF4B78C}" presName="node" presStyleLbl="node1" presStyleIdx="1" presStyleCnt="2">
        <dgm:presLayoutVars>
          <dgm:bulletEnabled val="1"/>
        </dgm:presLayoutVars>
      </dgm:prSet>
      <dgm:spPr/>
    </dgm:pt>
  </dgm:ptLst>
  <dgm:cxnLst>
    <dgm:cxn modelId="{1AE9201A-8E0D-4504-A28A-A56E77AC4063}" type="presOf" srcId="{E50CC4D7-58EF-4469-AD65-CE0ECD5F8190}" destId="{CC6097B7-10E6-421D-8128-3B3398782163}" srcOrd="0" destOrd="0" presId="urn:microsoft.com/office/officeart/2005/8/layout/hList6"/>
    <dgm:cxn modelId="{7A4EFA1A-AA50-4E1F-8A80-174933EFC2D6}" type="presOf" srcId="{40EE1EBA-D0E2-4D51-BBBE-3DF4BEF4B78C}" destId="{C13F65CE-50F6-47ED-AEC2-242EC0BB44A9}" srcOrd="0" destOrd="0" presId="urn:microsoft.com/office/officeart/2005/8/layout/hList6"/>
    <dgm:cxn modelId="{7586AFBE-5317-49AE-8D1E-C6CD4176BA7D}" type="presOf" srcId="{48D88657-5C2D-4766-B071-722C0A9739E6}" destId="{A68B4678-AA87-41F2-92C3-E326DED34F12}" srcOrd="0" destOrd="0" presId="urn:microsoft.com/office/officeart/2005/8/layout/hList6"/>
    <dgm:cxn modelId="{057895CD-FBE4-4A0F-844D-8D55EA78F3A1}" srcId="{E50CC4D7-58EF-4469-AD65-CE0ECD5F8190}" destId="{40EE1EBA-D0E2-4D51-BBBE-3DF4BEF4B78C}" srcOrd="1" destOrd="0" parTransId="{9BD07FBC-C816-4D9D-B5E8-4778D8B8FF4B}" sibTransId="{969BF4FD-DD56-43E3-8351-114042D91B86}"/>
    <dgm:cxn modelId="{326FA1D9-4AD1-4DA2-B7BD-0BE0A5DF0CE0}" srcId="{E50CC4D7-58EF-4469-AD65-CE0ECD5F8190}" destId="{48D88657-5C2D-4766-B071-722C0A9739E6}" srcOrd="0" destOrd="0" parTransId="{A52C9276-5E23-430A-A965-A4AE7A8A963B}" sibTransId="{DC507D9C-5DD6-4A74-80D1-ACAA1A175BB3}"/>
    <dgm:cxn modelId="{A1B3F355-ECEB-4AFA-8657-89ABB292CCB6}" type="presParOf" srcId="{CC6097B7-10E6-421D-8128-3B3398782163}" destId="{A68B4678-AA87-41F2-92C3-E326DED34F12}" srcOrd="0" destOrd="0" presId="urn:microsoft.com/office/officeart/2005/8/layout/hList6"/>
    <dgm:cxn modelId="{0C518861-77A0-48A3-848E-DF67774E6E2D}" type="presParOf" srcId="{CC6097B7-10E6-421D-8128-3B3398782163}" destId="{611FCFE4-7A95-4D76-ADFD-D65152B49531}" srcOrd="1" destOrd="0" presId="urn:microsoft.com/office/officeart/2005/8/layout/hList6"/>
    <dgm:cxn modelId="{982C875B-CE74-4BD7-BBE7-9B94A10880B5}" type="presParOf" srcId="{CC6097B7-10E6-421D-8128-3B3398782163}" destId="{C13F65CE-50F6-47ED-AEC2-242EC0BB44A9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A5F0EE-6F81-4C58-A719-374E57D9823A}" type="doc">
      <dgm:prSet loTypeId="urn:microsoft.com/office/officeart/2005/8/layout/hierarchy4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C6D8B181-31BF-4EDE-B41D-764DE06017E1}">
      <dgm:prSet/>
      <dgm:spPr/>
      <dgm:t>
        <a:bodyPr/>
        <a:lstStyle/>
        <a:p>
          <a:r>
            <a:rPr lang="fr-FR" b="0" i="0"/>
            <a:t>Sortie = un score de risque + une alerte (seuil), pas un verdict.</a:t>
          </a:r>
          <a:endParaRPr lang="fr-FR"/>
        </a:p>
      </dgm:t>
    </dgm:pt>
    <dgm:pt modelId="{5B1EA541-04CD-4210-ACC2-F217CC42612D}" type="parTrans" cxnId="{84A16C10-583F-4708-A5C6-29C77DAED169}">
      <dgm:prSet/>
      <dgm:spPr/>
      <dgm:t>
        <a:bodyPr/>
        <a:lstStyle/>
        <a:p>
          <a:endParaRPr lang="fr-FR"/>
        </a:p>
      </dgm:t>
    </dgm:pt>
    <dgm:pt modelId="{08496449-4ACC-4BC2-BFDA-536E08DD575E}" type="sibTrans" cxnId="{84A16C10-583F-4708-A5C6-29C77DAED169}">
      <dgm:prSet/>
      <dgm:spPr/>
      <dgm:t>
        <a:bodyPr/>
        <a:lstStyle/>
        <a:p>
          <a:endParaRPr lang="fr-FR"/>
        </a:p>
      </dgm:t>
    </dgm:pt>
    <dgm:pt modelId="{D6072CE6-CD37-4565-93D7-5E00620AD1BA}">
      <dgm:prSet/>
      <dgm:spPr/>
      <dgm:t>
        <a:bodyPr/>
        <a:lstStyle/>
        <a:p>
          <a:r>
            <a:rPr lang="fr-FR" b="0" i="0"/>
            <a:t>Enrichissement : catalogue des formations (taux de réussite historique).</a:t>
          </a:r>
          <a:endParaRPr lang="fr-FR"/>
        </a:p>
      </dgm:t>
    </dgm:pt>
    <dgm:pt modelId="{2FC456C7-817C-4988-B3A7-7B8619213343}" type="parTrans" cxnId="{5A0CF9F8-719F-4765-9A7E-AC22496C23E2}">
      <dgm:prSet/>
      <dgm:spPr/>
      <dgm:t>
        <a:bodyPr/>
        <a:lstStyle/>
        <a:p>
          <a:endParaRPr lang="fr-FR"/>
        </a:p>
      </dgm:t>
    </dgm:pt>
    <dgm:pt modelId="{38B1A92D-C069-40A4-9A03-798CE00FA176}" type="sibTrans" cxnId="{5A0CF9F8-719F-4765-9A7E-AC22496C23E2}">
      <dgm:prSet/>
      <dgm:spPr/>
      <dgm:t>
        <a:bodyPr/>
        <a:lstStyle/>
        <a:p>
          <a:endParaRPr lang="fr-FR"/>
        </a:p>
      </dgm:t>
    </dgm:pt>
    <dgm:pt modelId="{2455C4AD-62FC-42A1-A325-6ECD761A3E9D}" type="pres">
      <dgm:prSet presAssocID="{60A5F0EE-6F81-4C58-A719-374E57D9823A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0A151B-1431-4CC0-AD5E-51F9C4041194}" type="pres">
      <dgm:prSet presAssocID="{C6D8B181-31BF-4EDE-B41D-764DE06017E1}" presName="vertOne" presStyleCnt="0"/>
      <dgm:spPr/>
    </dgm:pt>
    <dgm:pt modelId="{C09F59EF-DCEA-4512-B8A7-7EA3501F3428}" type="pres">
      <dgm:prSet presAssocID="{C6D8B181-31BF-4EDE-B41D-764DE06017E1}" presName="txOne" presStyleLbl="node0" presStyleIdx="0" presStyleCnt="2">
        <dgm:presLayoutVars>
          <dgm:chPref val="3"/>
        </dgm:presLayoutVars>
      </dgm:prSet>
      <dgm:spPr/>
    </dgm:pt>
    <dgm:pt modelId="{FB379DC4-93F5-4619-A29E-320227898BF2}" type="pres">
      <dgm:prSet presAssocID="{C6D8B181-31BF-4EDE-B41D-764DE06017E1}" presName="horzOne" presStyleCnt="0"/>
      <dgm:spPr/>
    </dgm:pt>
    <dgm:pt modelId="{0FD02B98-2198-4C46-9F61-6645319C6D5D}" type="pres">
      <dgm:prSet presAssocID="{08496449-4ACC-4BC2-BFDA-536E08DD575E}" presName="sibSpaceOne" presStyleCnt="0"/>
      <dgm:spPr/>
    </dgm:pt>
    <dgm:pt modelId="{63406E54-D023-425D-9407-DE08E8A31393}" type="pres">
      <dgm:prSet presAssocID="{D6072CE6-CD37-4565-93D7-5E00620AD1BA}" presName="vertOne" presStyleCnt="0"/>
      <dgm:spPr/>
    </dgm:pt>
    <dgm:pt modelId="{AAC6345E-202D-41A4-93A7-268CEB972F8D}" type="pres">
      <dgm:prSet presAssocID="{D6072CE6-CD37-4565-93D7-5E00620AD1BA}" presName="txOne" presStyleLbl="node0" presStyleIdx="1" presStyleCnt="2">
        <dgm:presLayoutVars>
          <dgm:chPref val="3"/>
        </dgm:presLayoutVars>
      </dgm:prSet>
      <dgm:spPr/>
    </dgm:pt>
    <dgm:pt modelId="{A8EDAD39-C26D-40C2-9946-7819548101E8}" type="pres">
      <dgm:prSet presAssocID="{D6072CE6-CD37-4565-93D7-5E00620AD1BA}" presName="horzOne" presStyleCnt="0"/>
      <dgm:spPr/>
    </dgm:pt>
  </dgm:ptLst>
  <dgm:cxnLst>
    <dgm:cxn modelId="{84A16C10-583F-4708-A5C6-29C77DAED169}" srcId="{60A5F0EE-6F81-4C58-A719-374E57D9823A}" destId="{C6D8B181-31BF-4EDE-B41D-764DE06017E1}" srcOrd="0" destOrd="0" parTransId="{5B1EA541-04CD-4210-ACC2-F217CC42612D}" sibTransId="{08496449-4ACC-4BC2-BFDA-536E08DD575E}"/>
    <dgm:cxn modelId="{DF770047-7699-42A9-89C5-E8DBB679A5D4}" type="presOf" srcId="{D6072CE6-CD37-4565-93D7-5E00620AD1BA}" destId="{AAC6345E-202D-41A4-93A7-268CEB972F8D}" srcOrd="0" destOrd="0" presId="urn:microsoft.com/office/officeart/2005/8/layout/hierarchy4"/>
    <dgm:cxn modelId="{1C668B7C-204A-4426-B610-C58E53CD6210}" type="presOf" srcId="{C6D8B181-31BF-4EDE-B41D-764DE06017E1}" destId="{C09F59EF-DCEA-4512-B8A7-7EA3501F3428}" srcOrd="0" destOrd="0" presId="urn:microsoft.com/office/officeart/2005/8/layout/hierarchy4"/>
    <dgm:cxn modelId="{6E28E9BA-1355-400A-872B-6CE6E10B363E}" type="presOf" srcId="{60A5F0EE-6F81-4C58-A719-374E57D9823A}" destId="{2455C4AD-62FC-42A1-A325-6ECD761A3E9D}" srcOrd="0" destOrd="0" presId="urn:microsoft.com/office/officeart/2005/8/layout/hierarchy4"/>
    <dgm:cxn modelId="{5A0CF9F8-719F-4765-9A7E-AC22496C23E2}" srcId="{60A5F0EE-6F81-4C58-A719-374E57D9823A}" destId="{D6072CE6-CD37-4565-93D7-5E00620AD1BA}" srcOrd="1" destOrd="0" parTransId="{2FC456C7-817C-4988-B3A7-7B8619213343}" sibTransId="{38B1A92D-C069-40A4-9A03-798CE00FA176}"/>
    <dgm:cxn modelId="{2CD6B684-21B3-48CA-9AAA-63CBD153747D}" type="presParOf" srcId="{2455C4AD-62FC-42A1-A325-6ECD761A3E9D}" destId="{600A151B-1431-4CC0-AD5E-51F9C4041194}" srcOrd="0" destOrd="0" presId="urn:microsoft.com/office/officeart/2005/8/layout/hierarchy4"/>
    <dgm:cxn modelId="{EC16235A-7F48-463A-97B2-8E1A45177610}" type="presParOf" srcId="{600A151B-1431-4CC0-AD5E-51F9C4041194}" destId="{C09F59EF-DCEA-4512-B8A7-7EA3501F3428}" srcOrd="0" destOrd="0" presId="urn:microsoft.com/office/officeart/2005/8/layout/hierarchy4"/>
    <dgm:cxn modelId="{67FDB430-45E3-4F2F-AF04-970E73743D24}" type="presParOf" srcId="{600A151B-1431-4CC0-AD5E-51F9C4041194}" destId="{FB379DC4-93F5-4619-A29E-320227898BF2}" srcOrd="1" destOrd="0" presId="urn:microsoft.com/office/officeart/2005/8/layout/hierarchy4"/>
    <dgm:cxn modelId="{EBB09076-7379-45B6-BD15-869300A177FE}" type="presParOf" srcId="{2455C4AD-62FC-42A1-A325-6ECD761A3E9D}" destId="{0FD02B98-2198-4C46-9F61-6645319C6D5D}" srcOrd="1" destOrd="0" presId="urn:microsoft.com/office/officeart/2005/8/layout/hierarchy4"/>
    <dgm:cxn modelId="{C8221C91-2A9B-49F1-AA9C-73019BC18EDB}" type="presParOf" srcId="{2455C4AD-62FC-42A1-A325-6ECD761A3E9D}" destId="{63406E54-D023-425D-9407-DE08E8A31393}" srcOrd="2" destOrd="0" presId="urn:microsoft.com/office/officeart/2005/8/layout/hierarchy4"/>
    <dgm:cxn modelId="{EB0E77AA-7955-457B-89F5-E3C8417FDD26}" type="presParOf" srcId="{63406E54-D023-425D-9407-DE08E8A31393}" destId="{AAC6345E-202D-41A4-93A7-268CEB972F8D}" srcOrd="0" destOrd="0" presId="urn:microsoft.com/office/officeart/2005/8/layout/hierarchy4"/>
    <dgm:cxn modelId="{C99C0CDD-3A68-4665-89BE-913E2FAF545F}" type="presParOf" srcId="{63406E54-D023-425D-9407-DE08E8A31393}" destId="{A8EDAD39-C26D-40C2-9946-7819548101E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579F1F-A890-4533-BEF3-F2542831FA1A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3" csCatId="accent1"/>
      <dgm:spPr/>
      <dgm:t>
        <a:bodyPr/>
        <a:lstStyle/>
        <a:p>
          <a:endParaRPr lang="fr-FR"/>
        </a:p>
      </dgm:t>
    </dgm:pt>
    <dgm:pt modelId="{CED2F81D-27D2-4D73-9026-353A195E4560}">
      <dgm:prSet/>
      <dgm:spPr/>
      <dgm:t>
        <a:bodyPr/>
        <a:lstStyle/>
        <a:p>
          <a:r>
            <a:rPr lang="fr-FR" b="0" i="0" dirty="0"/>
            <a:t>Variables sensibles : sexe, boursier, origine → risque de biais (direct et indirect via proxys).</a:t>
          </a:r>
          <a:endParaRPr lang="fr-FR" dirty="0"/>
        </a:p>
      </dgm:t>
    </dgm:pt>
    <dgm:pt modelId="{4D5D6322-03B3-41F0-971E-C6E563776299}" type="parTrans" cxnId="{C56094AA-E672-4842-84A4-434312BDA946}">
      <dgm:prSet/>
      <dgm:spPr/>
      <dgm:t>
        <a:bodyPr/>
        <a:lstStyle/>
        <a:p>
          <a:endParaRPr lang="fr-FR"/>
        </a:p>
      </dgm:t>
    </dgm:pt>
    <dgm:pt modelId="{D25D4B4E-A073-4113-B62C-5822A5DF0C79}" type="sibTrans" cxnId="{C56094AA-E672-4842-84A4-434312BDA946}">
      <dgm:prSet/>
      <dgm:spPr/>
      <dgm:t>
        <a:bodyPr/>
        <a:lstStyle/>
        <a:p>
          <a:endParaRPr lang="fr-FR"/>
        </a:p>
      </dgm:t>
    </dgm:pt>
    <dgm:pt modelId="{210956AB-D058-4D49-A028-5039BC3EB692}">
      <dgm:prSet/>
      <dgm:spPr/>
      <dgm:t>
        <a:bodyPr/>
        <a:lstStyle/>
        <a:p>
          <a:r>
            <a:rPr lang="fr-FR" b="0" i="0"/>
            <a:t>Effet de marquage : étiqueter « à risque » n'est pas neutre.</a:t>
          </a:r>
          <a:endParaRPr lang="fr-FR"/>
        </a:p>
      </dgm:t>
    </dgm:pt>
    <dgm:pt modelId="{E5429393-A196-49BB-A1F3-B6ADC53AAA11}" type="parTrans" cxnId="{846BA373-898F-4C61-B4C1-FC127C521A9D}">
      <dgm:prSet/>
      <dgm:spPr/>
      <dgm:t>
        <a:bodyPr/>
        <a:lstStyle/>
        <a:p>
          <a:endParaRPr lang="fr-FR"/>
        </a:p>
      </dgm:t>
    </dgm:pt>
    <dgm:pt modelId="{2945A935-1624-46C4-8C86-6ADE1D8BA7AF}" type="sibTrans" cxnId="{846BA373-898F-4C61-B4C1-FC127C521A9D}">
      <dgm:prSet/>
      <dgm:spPr/>
      <dgm:t>
        <a:bodyPr/>
        <a:lstStyle/>
        <a:p>
          <a:endParaRPr lang="fr-FR"/>
        </a:p>
      </dgm:t>
    </dgm:pt>
    <dgm:pt modelId="{E3370230-A1E0-4DA9-B859-DAC2CD0C37F9}">
      <dgm:prSet/>
      <dgm:spPr/>
      <dgm:t>
        <a:bodyPr/>
        <a:lstStyle/>
        <a:p>
          <a:r>
            <a:rPr lang="fr-FR" b="0" i="0"/>
            <a:t>RGPD : finalité limitée (aide ≠ sanction), information, décision humaine (pas d'automatisation — art. 22).</a:t>
          </a:r>
          <a:endParaRPr lang="fr-FR"/>
        </a:p>
      </dgm:t>
    </dgm:pt>
    <dgm:pt modelId="{A1898051-C548-4FFC-8833-168155EBB2D5}" type="parTrans" cxnId="{5CC26757-5B8A-4A12-A7B1-3B42760E22C7}">
      <dgm:prSet/>
      <dgm:spPr/>
      <dgm:t>
        <a:bodyPr/>
        <a:lstStyle/>
        <a:p>
          <a:endParaRPr lang="fr-FR"/>
        </a:p>
      </dgm:t>
    </dgm:pt>
    <dgm:pt modelId="{35FAC904-E895-4924-AAF3-CC2EF80215FD}" type="sibTrans" cxnId="{5CC26757-5B8A-4A12-A7B1-3B42760E22C7}">
      <dgm:prSet/>
      <dgm:spPr/>
      <dgm:t>
        <a:bodyPr/>
        <a:lstStyle/>
        <a:p>
          <a:endParaRPr lang="fr-FR"/>
        </a:p>
      </dgm:t>
    </dgm:pt>
    <dgm:pt modelId="{99D2A8A6-70D2-40E3-AF36-31043445CC2F}">
      <dgm:prSet/>
      <dgm:spPr/>
      <dgm:t>
        <a:bodyPr/>
        <a:lstStyle/>
        <a:p>
          <a:r>
            <a:rPr lang="fr-FR" b="0" i="0"/>
            <a:t>Protection appliquée (C2) : Bronze brut restreint, Silver pseudonymisé HMAC, Gold sans identifiants directs, rétention/purge et audit privacy_audit_log.</a:t>
          </a:r>
          <a:endParaRPr lang="fr-FR"/>
        </a:p>
      </dgm:t>
    </dgm:pt>
    <dgm:pt modelId="{A27180E1-AC0B-47C0-BA5F-D0D2B5ADE90F}" type="parTrans" cxnId="{7BCE7BD2-93C9-4760-9815-9928B8620EA9}">
      <dgm:prSet/>
      <dgm:spPr/>
      <dgm:t>
        <a:bodyPr/>
        <a:lstStyle/>
        <a:p>
          <a:endParaRPr lang="fr-FR"/>
        </a:p>
      </dgm:t>
    </dgm:pt>
    <dgm:pt modelId="{8247418C-9A87-4FE8-B346-377810FA14FC}" type="sibTrans" cxnId="{7BCE7BD2-93C9-4760-9815-9928B8620EA9}">
      <dgm:prSet/>
      <dgm:spPr/>
      <dgm:t>
        <a:bodyPr/>
        <a:lstStyle/>
        <a:p>
          <a:endParaRPr lang="fr-FR"/>
        </a:p>
      </dgm:t>
    </dgm:pt>
    <dgm:pt modelId="{1CD09342-75DA-439C-BD13-772B75FBC771}">
      <dgm:prSet/>
      <dgm:spPr/>
      <dgm:t>
        <a:bodyPr/>
        <a:lstStyle/>
        <a:p>
          <a:r>
            <a:rPr lang="fr-FR" b="0" i="0"/>
            <a:t>Secrets hors Git : .env local ignoré, .env.example versionné.</a:t>
          </a:r>
          <a:endParaRPr lang="fr-FR"/>
        </a:p>
      </dgm:t>
    </dgm:pt>
    <dgm:pt modelId="{09384C7D-4EA6-457D-9707-529F5E39FA3D}" type="parTrans" cxnId="{09139D97-1C8E-4B31-BB1D-D338B27C5D2E}">
      <dgm:prSet/>
      <dgm:spPr/>
      <dgm:t>
        <a:bodyPr/>
        <a:lstStyle/>
        <a:p>
          <a:endParaRPr lang="fr-FR"/>
        </a:p>
      </dgm:t>
    </dgm:pt>
    <dgm:pt modelId="{C87F953E-4C25-4AA0-895D-77F55E800AB5}" type="sibTrans" cxnId="{09139D97-1C8E-4B31-BB1D-D338B27C5D2E}">
      <dgm:prSet/>
      <dgm:spPr/>
      <dgm:t>
        <a:bodyPr/>
        <a:lstStyle/>
        <a:p>
          <a:endParaRPr lang="fr-FR"/>
        </a:p>
      </dgm:t>
    </dgm:pt>
    <dgm:pt modelId="{3F771756-A4CA-4FDD-A80C-5DCB28397881}">
      <dgm:prSet/>
      <dgm:spPr/>
      <dgm:t>
        <a:bodyPr/>
        <a:lstStyle/>
        <a:p>
          <a:r>
            <a:rPr lang="fr-FR" b="0" i="0"/>
            <a:t>Garde-fous : explicabilité · audit d'équité par sous-groupes · usage encadré · minimisation · pseudonymisation · accountability.</a:t>
          </a:r>
          <a:endParaRPr lang="fr-FR"/>
        </a:p>
      </dgm:t>
    </dgm:pt>
    <dgm:pt modelId="{FFE4482E-82D7-4BE9-8403-D66CB22F58A2}" type="parTrans" cxnId="{E226F046-3C52-47DE-A5B3-CC6BE8DD3367}">
      <dgm:prSet/>
      <dgm:spPr/>
      <dgm:t>
        <a:bodyPr/>
        <a:lstStyle/>
        <a:p>
          <a:endParaRPr lang="fr-FR"/>
        </a:p>
      </dgm:t>
    </dgm:pt>
    <dgm:pt modelId="{9E639143-4421-4530-AFF1-F1CC255AD9C5}" type="sibTrans" cxnId="{E226F046-3C52-47DE-A5B3-CC6BE8DD3367}">
      <dgm:prSet/>
      <dgm:spPr/>
      <dgm:t>
        <a:bodyPr/>
        <a:lstStyle/>
        <a:p>
          <a:endParaRPr lang="fr-FR"/>
        </a:p>
      </dgm:t>
    </dgm:pt>
    <dgm:pt modelId="{BD44F5F4-50E9-4C9A-900E-703A90913733}" type="pres">
      <dgm:prSet presAssocID="{82579F1F-A890-4533-BEF3-F2542831FA1A}" presName="Name0" presStyleCnt="0">
        <dgm:presLayoutVars>
          <dgm:chMax val="7"/>
          <dgm:chPref val="7"/>
          <dgm:dir/>
        </dgm:presLayoutVars>
      </dgm:prSet>
      <dgm:spPr/>
    </dgm:pt>
    <dgm:pt modelId="{C62CA85B-5B2C-4C26-9201-C63828500B3A}" type="pres">
      <dgm:prSet presAssocID="{82579F1F-A890-4533-BEF3-F2542831FA1A}" presName="Name1" presStyleCnt="0"/>
      <dgm:spPr/>
    </dgm:pt>
    <dgm:pt modelId="{DC6DC5B4-C586-4EA2-AB7A-81F9316F315A}" type="pres">
      <dgm:prSet presAssocID="{82579F1F-A890-4533-BEF3-F2542831FA1A}" presName="cycle" presStyleCnt="0"/>
      <dgm:spPr/>
    </dgm:pt>
    <dgm:pt modelId="{707084FC-B226-4EAE-8F28-B247F846CA60}" type="pres">
      <dgm:prSet presAssocID="{82579F1F-A890-4533-BEF3-F2542831FA1A}" presName="srcNode" presStyleLbl="node1" presStyleIdx="0" presStyleCnt="6"/>
      <dgm:spPr/>
    </dgm:pt>
    <dgm:pt modelId="{B4247564-F955-42C7-A03C-C465AEB8FDA8}" type="pres">
      <dgm:prSet presAssocID="{82579F1F-A890-4533-BEF3-F2542831FA1A}" presName="conn" presStyleLbl="parChTrans1D2" presStyleIdx="0" presStyleCnt="1"/>
      <dgm:spPr/>
    </dgm:pt>
    <dgm:pt modelId="{A2F18E96-A7AA-4EA2-A8A2-04DE0F976F34}" type="pres">
      <dgm:prSet presAssocID="{82579F1F-A890-4533-BEF3-F2542831FA1A}" presName="extraNode" presStyleLbl="node1" presStyleIdx="0" presStyleCnt="6"/>
      <dgm:spPr/>
    </dgm:pt>
    <dgm:pt modelId="{5CDCA3D5-A4FC-4C46-AFFE-8A77CCD6CB26}" type="pres">
      <dgm:prSet presAssocID="{82579F1F-A890-4533-BEF3-F2542831FA1A}" presName="dstNode" presStyleLbl="node1" presStyleIdx="0" presStyleCnt="6"/>
      <dgm:spPr/>
    </dgm:pt>
    <dgm:pt modelId="{3BD243EC-C264-4E33-8D37-9847C63353D1}" type="pres">
      <dgm:prSet presAssocID="{CED2F81D-27D2-4D73-9026-353A195E4560}" presName="text_1" presStyleLbl="node1" presStyleIdx="0" presStyleCnt="6">
        <dgm:presLayoutVars>
          <dgm:bulletEnabled val="1"/>
        </dgm:presLayoutVars>
      </dgm:prSet>
      <dgm:spPr/>
    </dgm:pt>
    <dgm:pt modelId="{D0864D38-BCDB-4148-8C03-543D39DE2E8E}" type="pres">
      <dgm:prSet presAssocID="{CED2F81D-27D2-4D73-9026-353A195E4560}" presName="accent_1" presStyleCnt="0"/>
      <dgm:spPr/>
    </dgm:pt>
    <dgm:pt modelId="{70EC8ABB-3853-4A9D-AA67-7A9CABCBF86A}" type="pres">
      <dgm:prSet presAssocID="{CED2F81D-27D2-4D73-9026-353A195E4560}" presName="accentRepeatNode" presStyleLbl="solidFgAcc1" presStyleIdx="0" presStyleCnt="6"/>
      <dgm:spPr/>
    </dgm:pt>
    <dgm:pt modelId="{61125E50-464B-48A6-B18C-663394B52D07}" type="pres">
      <dgm:prSet presAssocID="{210956AB-D058-4D49-A028-5039BC3EB692}" presName="text_2" presStyleLbl="node1" presStyleIdx="1" presStyleCnt="6">
        <dgm:presLayoutVars>
          <dgm:bulletEnabled val="1"/>
        </dgm:presLayoutVars>
      </dgm:prSet>
      <dgm:spPr/>
    </dgm:pt>
    <dgm:pt modelId="{1B4DB12C-62EE-4D7A-9408-19CA984D00B7}" type="pres">
      <dgm:prSet presAssocID="{210956AB-D058-4D49-A028-5039BC3EB692}" presName="accent_2" presStyleCnt="0"/>
      <dgm:spPr/>
    </dgm:pt>
    <dgm:pt modelId="{D96AF101-E6CE-4D30-9E21-01074AC496A6}" type="pres">
      <dgm:prSet presAssocID="{210956AB-D058-4D49-A028-5039BC3EB692}" presName="accentRepeatNode" presStyleLbl="solidFgAcc1" presStyleIdx="1" presStyleCnt="6"/>
      <dgm:spPr/>
    </dgm:pt>
    <dgm:pt modelId="{84F07082-8628-4C72-AB13-7F20AE301AD8}" type="pres">
      <dgm:prSet presAssocID="{E3370230-A1E0-4DA9-B859-DAC2CD0C37F9}" presName="text_3" presStyleLbl="node1" presStyleIdx="2" presStyleCnt="6">
        <dgm:presLayoutVars>
          <dgm:bulletEnabled val="1"/>
        </dgm:presLayoutVars>
      </dgm:prSet>
      <dgm:spPr/>
    </dgm:pt>
    <dgm:pt modelId="{1F5C8CEB-9988-4E4B-AA62-2B9ED918EC04}" type="pres">
      <dgm:prSet presAssocID="{E3370230-A1E0-4DA9-B859-DAC2CD0C37F9}" presName="accent_3" presStyleCnt="0"/>
      <dgm:spPr/>
    </dgm:pt>
    <dgm:pt modelId="{6EF77B2D-7C89-4069-AAA2-7B007932FF86}" type="pres">
      <dgm:prSet presAssocID="{E3370230-A1E0-4DA9-B859-DAC2CD0C37F9}" presName="accentRepeatNode" presStyleLbl="solidFgAcc1" presStyleIdx="2" presStyleCnt="6"/>
      <dgm:spPr/>
    </dgm:pt>
    <dgm:pt modelId="{A338BD11-F98C-4FA5-9E77-0B9EDC6933B0}" type="pres">
      <dgm:prSet presAssocID="{99D2A8A6-70D2-40E3-AF36-31043445CC2F}" presName="text_4" presStyleLbl="node1" presStyleIdx="3" presStyleCnt="6">
        <dgm:presLayoutVars>
          <dgm:bulletEnabled val="1"/>
        </dgm:presLayoutVars>
      </dgm:prSet>
      <dgm:spPr/>
    </dgm:pt>
    <dgm:pt modelId="{B679737A-B990-4BF8-86B5-7202FA96A48F}" type="pres">
      <dgm:prSet presAssocID="{99D2A8A6-70D2-40E3-AF36-31043445CC2F}" presName="accent_4" presStyleCnt="0"/>
      <dgm:spPr/>
    </dgm:pt>
    <dgm:pt modelId="{E8A564F7-207C-41E7-ADD4-5FED91B1BDA0}" type="pres">
      <dgm:prSet presAssocID="{99D2A8A6-70D2-40E3-AF36-31043445CC2F}" presName="accentRepeatNode" presStyleLbl="solidFgAcc1" presStyleIdx="3" presStyleCnt="6"/>
      <dgm:spPr/>
    </dgm:pt>
    <dgm:pt modelId="{96A7AE39-DEF1-4F0E-9CF6-451568EAEC90}" type="pres">
      <dgm:prSet presAssocID="{1CD09342-75DA-439C-BD13-772B75FBC771}" presName="text_5" presStyleLbl="node1" presStyleIdx="4" presStyleCnt="6">
        <dgm:presLayoutVars>
          <dgm:bulletEnabled val="1"/>
        </dgm:presLayoutVars>
      </dgm:prSet>
      <dgm:spPr/>
    </dgm:pt>
    <dgm:pt modelId="{3F5D2687-30FF-4D20-B2A9-EFBDC750B120}" type="pres">
      <dgm:prSet presAssocID="{1CD09342-75DA-439C-BD13-772B75FBC771}" presName="accent_5" presStyleCnt="0"/>
      <dgm:spPr/>
    </dgm:pt>
    <dgm:pt modelId="{FAF3FBD9-6CEC-41BE-B5C0-C9543851BE37}" type="pres">
      <dgm:prSet presAssocID="{1CD09342-75DA-439C-BD13-772B75FBC771}" presName="accentRepeatNode" presStyleLbl="solidFgAcc1" presStyleIdx="4" presStyleCnt="6"/>
      <dgm:spPr/>
    </dgm:pt>
    <dgm:pt modelId="{25B38D4C-9D19-40F9-953D-B0F31241AB9C}" type="pres">
      <dgm:prSet presAssocID="{3F771756-A4CA-4FDD-A80C-5DCB28397881}" presName="text_6" presStyleLbl="node1" presStyleIdx="5" presStyleCnt="6">
        <dgm:presLayoutVars>
          <dgm:bulletEnabled val="1"/>
        </dgm:presLayoutVars>
      </dgm:prSet>
      <dgm:spPr/>
    </dgm:pt>
    <dgm:pt modelId="{47533F07-2C8A-4D57-8FD2-32F909DF3ED1}" type="pres">
      <dgm:prSet presAssocID="{3F771756-A4CA-4FDD-A80C-5DCB28397881}" presName="accent_6" presStyleCnt="0"/>
      <dgm:spPr/>
    </dgm:pt>
    <dgm:pt modelId="{4E8A58E7-ED45-4C01-ABB7-D441FF2BC0D5}" type="pres">
      <dgm:prSet presAssocID="{3F771756-A4CA-4FDD-A80C-5DCB28397881}" presName="accentRepeatNode" presStyleLbl="solidFgAcc1" presStyleIdx="5" presStyleCnt="6"/>
      <dgm:spPr/>
    </dgm:pt>
  </dgm:ptLst>
  <dgm:cxnLst>
    <dgm:cxn modelId="{87608914-4E90-48C0-B3C5-8FCD918672B4}" type="presOf" srcId="{82579F1F-A890-4533-BEF3-F2542831FA1A}" destId="{BD44F5F4-50E9-4C9A-900E-703A90913733}" srcOrd="0" destOrd="0" presId="urn:microsoft.com/office/officeart/2008/layout/VerticalCurvedList"/>
    <dgm:cxn modelId="{589B3621-B222-43AE-9019-B2B1BFCB50D2}" type="presOf" srcId="{1CD09342-75DA-439C-BD13-772B75FBC771}" destId="{96A7AE39-DEF1-4F0E-9CF6-451568EAEC90}" srcOrd="0" destOrd="0" presId="urn:microsoft.com/office/officeart/2008/layout/VerticalCurvedList"/>
    <dgm:cxn modelId="{408BFE34-1D70-4408-8492-5D2E320E28C7}" type="presOf" srcId="{D25D4B4E-A073-4113-B62C-5822A5DF0C79}" destId="{B4247564-F955-42C7-A03C-C465AEB8FDA8}" srcOrd="0" destOrd="0" presId="urn:microsoft.com/office/officeart/2008/layout/VerticalCurvedList"/>
    <dgm:cxn modelId="{E226F046-3C52-47DE-A5B3-CC6BE8DD3367}" srcId="{82579F1F-A890-4533-BEF3-F2542831FA1A}" destId="{3F771756-A4CA-4FDD-A80C-5DCB28397881}" srcOrd="5" destOrd="0" parTransId="{FFE4482E-82D7-4BE9-8403-D66CB22F58A2}" sibTransId="{9E639143-4421-4530-AFF1-F1CC255AD9C5}"/>
    <dgm:cxn modelId="{19265670-062F-40D8-AF5C-C0E2EAAE8BF4}" type="presOf" srcId="{210956AB-D058-4D49-A028-5039BC3EB692}" destId="{61125E50-464B-48A6-B18C-663394B52D07}" srcOrd="0" destOrd="0" presId="urn:microsoft.com/office/officeart/2008/layout/VerticalCurvedList"/>
    <dgm:cxn modelId="{846BA373-898F-4C61-B4C1-FC127C521A9D}" srcId="{82579F1F-A890-4533-BEF3-F2542831FA1A}" destId="{210956AB-D058-4D49-A028-5039BC3EB692}" srcOrd="1" destOrd="0" parTransId="{E5429393-A196-49BB-A1F3-B6ADC53AAA11}" sibTransId="{2945A935-1624-46C4-8C86-6ADE1D8BA7AF}"/>
    <dgm:cxn modelId="{8C600255-4B4C-41FE-B364-531D89DBBE34}" type="presOf" srcId="{3F771756-A4CA-4FDD-A80C-5DCB28397881}" destId="{25B38D4C-9D19-40F9-953D-B0F31241AB9C}" srcOrd="0" destOrd="0" presId="urn:microsoft.com/office/officeart/2008/layout/VerticalCurvedList"/>
    <dgm:cxn modelId="{5CC26757-5B8A-4A12-A7B1-3B42760E22C7}" srcId="{82579F1F-A890-4533-BEF3-F2542831FA1A}" destId="{E3370230-A1E0-4DA9-B859-DAC2CD0C37F9}" srcOrd="2" destOrd="0" parTransId="{A1898051-C548-4FFC-8833-168155EBB2D5}" sibTransId="{35FAC904-E895-4924-AAF3-CC2EF80215FD}"/>
    <dgm:cxn modelId="{CE9C6682-0564-41D3-B7D4-A60D8AE70752}" type="presOf" srcId="{E3370230-A1E0-4DA9-B859-DAC2CD0C37F9}" destId="{84F07082-8628-4C72-AB13-7F20AE301AD8}" srcOrd="0" destOrd="0" presId="urn:microsoft.com/office/officeart/2008/layout/VerticalCurvedList"/>
    <dgm:cxn modelId="{09139D97-1C8E-4B31-BB1D-D338B27C5D2E}" srcId="{82579F1F-A890-4533-BEF3-F2542831FA1A}" destId="{1CD09342-75DA-439C-BD13-772B75FBC771}" srcOrd="4" destOrd="0" parTransId="{09384C7D-4EA6-457D-9707-529F5E39FA3D}" sibTransId="{C87F953E-4C25-4AA0-895D-77F55E800AB5}"/>
    <dgm:cxn modelId="{2A4A6C98-5000-439A-ACC4-9E84407A81E1}" type="presOf" srcId="{CED2F81D-27D2-4D73-9026-353A195E4560}" destId="{3BD243EC-C264-4E33-8D37-9847C63353D1}" srcOrd="0" destOrd="0" presId="urn:microsoft.com/office/officeart/2008/layout/VerticalCurvedList"/>
    <dgm:cxn modelId="{C56094AA-E672-4842-84A4-434312BDA946}" srcId="{82579F1F-A890-4533-BEF3-F2542831FA1A}" destId="{CED2F81D-27D2-4D73-9026-353A195E4560}" srcOrd="0" destOrd="0" parTransId="{4D5D6322-03B3-41F0-971E-C6E563776299}" sibTransId="{D25D4B4E-A073-4113-B62C-5822A5DF0C79}"/>
    <dgm:cxn modelId="{475183B5-AE08-416A-A8C2-6D5B6C4A6F04}" type="presOf" srcId="{99D2A8A6-70D2-40E3-AF36-31043445CC2F}" destId="{A338BD11-F98C-4FA5-9E77-0B9EDC6933B0}" srcOrd="0" destOrd="0" presId="urn:microsoft.com/office/officeart/2008/layout/VerticalCurvedList"/>
    <dgm:cxn modelId="{7BCE7BD2-93C9-4760-9815-9928B8620EA9}" srcId="{82579F1F-A890-4533-BEF3-F2542831FA1A}" destId="{99D2A8A6-70D2-40E3-AF36-31043445CC2F}" srcOrd="3" destOrd="0" parTransId="{A27180E1-AC0B-47C0-BA5F-D0D2B5ADE90F}" sibTransId="{8247418C-9A87-4FE8-B346-377810FA14FC}"/>
    <dgm:cxn modelId="{1EDFDA54-D38F-4202-8A68-B3AACA817CDA}" type="presParOf" srcId="{BD44F5F4-50E9-4C9A-900E-703A90913733}" destId="{C62CA85B-5B2C-4C26-9201-C63828500B3A}" srcOrd="0" destOrd="0" presId="urn:microsoft.com/office/officeart/2008/layout/VerticalCurvedList"/>
    <dgm:cxn modelId="{F5507112-E2BD-4ED4-86EB-AD46723ADF88}" type="presParOf" srcId="{C62CA85B-5B2C-4C26-9201-C63828500B3A}" destId="{DC6DC5B4-C586-4EA2-AB7A-81F9316F315A}" srcOrd="0" destOrd="0" presId="urn:microsoft.com/office/officeart/2008/layout/VerticalCurvedList"/>
    <dgm:cxn modelId="{E6D8D8D5-00C2-4FD8-A2FE-8F1C4BD6E23D}" type="presParOf" srcId="{DC6DC5B4-C586-4EA2-AB7A-81F9316F315A}" destId="{707084FC-B226-4EAE-8F28-B247F846CA60}" srcOrd="0" destOrd="0" presId="urn:microsoft.com/office/officeart/2008/layout/VerticalCurvedList"/>
    <dgm:cxn modelId="{22E9745E-83EE-4839-A7B8-C7C92A038CD1}" type="presParOf" srcId="{DC6DC5B4-C586-4EA2-AB7A-81F9316F315A}" destId="{B4247564-F955-42C7-A03C-C465AEB8FDA8}" srcOrd="1" destOrd="0" presId="urn:microsoft.com/office/officeart/2008/layout/VerticalCurvedList"/>
    <dgm:cxn modelId="{09D207F0-22B7-439B-9076-B7410CE6F8D0}" type="presParOf" srcId="{DC6DC5B4-C586-4EA2-AB7A-81F9316F315A}" destId="{A2F18E96-A7AA-4EA2-A8A2-04DE0F976F34}" srcOrd="2" destOrd="0" presId="urn:microsoft.com/office/officeart/2008/layout/VerticalCurvedList"/>
    <dgm:cxn modelId="{9AC84E90-F3A4-4024-8117-070D64E5308A}" type="presParOf" srcId="{DC6DC5B4-C586-4EA2-AB7A-81F9316F315A}" destId="{5CDCA3D5-A4FC-4C46-AFFE-8A77CCD6CB26}" srcOrd="3" destOrd="0" presId="urn:microsoft.com/office/officeart/2008/layout/VerticalCurvedList"/>
    <dgm:cxn modelId="{40C048E7-E546-42C0-92FA-F8580576583F}" type="presParOf" srcId="{C62CA85B-5B2C-4C26-9201-C63828500B3A}" destId="{3BD243EC-C264-4E33-8D37-9847C63353D1}" srcOrd="1" destOrd="0" presId="urn:microsoft.com/office/officeart/2008/layout/VerticalCurvedList"/>
    <dgm:cxn modelId="{4F62E6AF-773E-4C1C-86E5-3AA41733F51B}" type="presParOf" srcId="{C62CA85B-5B2C-4C26-9201-C63828500B3A}" destId="{D0864D38-BCDB-4148-8C03-543D39DE2E8E}" srcOrd="2" destOrd="0" presId="urn:microsoft.com/office/officeart/2008/layout/VerticalCurvedList"/>
    <dgm:cxn modelId="{9BAB2887-43B2-4E43-AB33-07DC2E29EB1C}" type="presParOf" srcId="{D0864D38-BCDB-4148-8C03-543D39DE2E8E}" destId="{70EC8ABB-3853-4A9D-AA67-7A9CABCBF86A}" srcOrd="0" destOrd="0" presId="urn:microsoft.com/office/officeart/2008/layout/VerticalCurvedList"/>
    <dgm:cxn modelId="{A68EA40D-6F78-4310-AFA5-D23C1888B8A1}" type="presParOf" srcId="{C62CA85B-5B2C-4C26-9201-C63828500B3A}" destId="{61125E50-464B-48A6-B18C-663394B52D07}" srcOrd="3" destOrd="0" presId="urn:microsoft.com/office/officeart/2008/layout/VerticalCurvedList"/>
    <dgm:cxn modelId="{34C19E27-9283-493E-9D13-8C2F482A6882}" type="presParOf" srcId="{C62CA85B-5B2C-4C26-9201-C63828500B3A}" destId="{1B4DB12C-62EE-4D7A-9408-19CA984D00B7}" srcOrd="4" destOrd="0" presId="urn:microsoft.com/office/officeart/2008/layout/VerticalCurvedList"/>
    <dgm:cxn modelId="{968E477B-80CE-442A-928F-3D2825348C79}" type="presParOf" srcId="{1B4DB12C-62EE-4D7A-9408-19CA984D00B7}" destId="{D96AF101-E6CE-4D30-9E21-01074AC496A6}" srcOrd="0" destOrd="0" presId="urn:microsoft.com/office/officeart/2008/layout/VerticalCurvedList"/>
    <dgm:cxn modelId="{3992F6C9-CB58-42FD-BBED-8DABD043BB76}" type="presParOf" srcId="{C62CA85B-5B2C-4C26-9201-C63828500B3A}" destId="{84F07082-8628-4C72-AB13-7F20AE301AD8}" srcOrd="5" destOrd="0" presId="urn:microsoft.com/office/officeart/2008/layout/VerticalCurvedList"/>
    <dgm:cxn modelId="{BE1E0592-AAD5-4E0C-869C-806D7E90DF51}" type="presParOf" srcId="{C62CA85B-5B2C-4C26-9201-C63828500B3A}" destId="{1F5C8CEB-9988-4E4B-AA62-2B9ED918EC04}" srcOrd="6" destOrd="0" presId="urn:microsoft.com/office/officeart/2008/layout/VerticalCurvedList"/>
    <dgm:cxn modelId="{FBEF14C7-3536-4AFB-A424-FDCF04A39068}" type="presParOf" srcId="{1F5C8CEB-9988-4E4B-AA62-2B9ED918EC04}" destId="{6EF77B2D-7C89-4069-AAA2-7B007932FF86}" srcOrd="0" destOrd="0" presId="urn:microsoft.com/office/officeart/2008/layout/VerticalCurvedList"/>
    <dgm:cxn modelId="{82982526-0BB5-4FC3-8C8D-DBC7034261EC}" type="presParOf" srcId="{C62CA85B-5B2C-4C26-9201-C63828500B3A}" destId="{A338BD11-F98C-4FA5-9E77-0B9EDC6933B0}" srcOrd="7" destOrd="0" presId="urn:microsoft.com/office/officeart/2008/layout/VerticalCurvedList"/>
    <dgm:cxn modelId="{6AE54319-3312-443A-8259-61788DB93E85}" type="presParOf" srcId="{C62CA85B-5B2C-4C26-9201-C63828500B3A}" destId="{B679737A-B990-4BF8-86B5-7202FA96A48F}" srcOrd="8" destOrd="0" presId="urn:microsoft.com/office/officeart/2008/layout/VerticalCurvedList"/>
    <dgm:cxn modelId="{5B709DE4-368C-4ED8-A342-E1FE6A85C26F}" type="presParOf" srcId="{B679737A-B990-4BF8-86B5-7202FA96A48F}" destId="{E8A564F7-207C-41E7-ADD4-5FED91B1BDA0}" srcOrd="0" destOrd="0" presId="urn:microsoft.com/office/officeart/2008/layout/VerticalCurvedList"/>
    <dgm:cxn modelId="{8765C7F1-3184-47D0-B661-3FA7A57EFDB8}" type="presParOf" srcId="{C62CA85B-5B2C-4C26-9201-C63828500B3A}" destId="{96A7AE39-DEF1-4F0E-9CF6-451568EAEC90}" srcOrd="9" destOrd="0" presId="urn:microsoft.com/office/officeart/2008/layout/VerticalCurvedList"/>
    <dgm:cxn modelId="{29ACDF62-344C-4DB3-8431-71213E09B98D}" type="presParOf" srcId="{C62CA85B-5B2C-4C26-9201-C63828500B3A}" destId="{3F5D2687-30FF-4D20-B2A9-EFBDC750B120}" srcOrd="10" destOrd="0" presId="urn:microsoft.com/office/officeart/2008/layout/VerticalCurvedList"/>
    <dgm:cxn modelId="{A9882CEF-C3A1-4DE7-8192-9916B9492A43}" type="presParOf" srcId="{3F5D2687-30FF-4D20-B2A9-EFBDC750B120}" destId="{FAF3FBD9-6CEC-41BE-B5C0-C9543851BE37}" srcOrd="0" destOrd="0" presId="urn:microsoft.com/office/officeart/2008/layout/VerticalCurvedList"/>
    <dgm:cxn modelId="{B0D2FA64-372A-4AD7-9600-D6F5A6CE9714}" type="presParOf" srcId="{C62CA85B-5B2C-4C26-9201-C63828500B3A}" destId="{25B38D4C-9D19-40F9-953D-B0F31241AB9C}" srcOrd="11" destOrd="0" presId="urn:microsoft.com/office/officeart/2008/layout/VerticalCurvedList"/>
    <dgm:cxn modelId="{1096D680-85CB-4341-B3CD-C3E60EDD0274}" type="presParOf" srcId="{C62CA85B-5B2C-4C26-9201-C63828500B3A}" destId="{47533F07-2C8A-4D57-8FD2-32F909DF3ED1}" srcOrd="12" destOrd="0" presId="urn:microsoft.com/office/officeart/2008/layout/VerticalCurvedList"/>
    <dgm:cxn modelId="{562DCA6D-3E5D-469B-A453-03BE28B87CD1}" type="presParOf" srcId="{47533F07-2C8A-4D57-8FD2-32F909DF3ED1}" destId="{4E8A58E7-ED45-4C01-ABB7-D441FF2BC0D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5F328E-F38E-492E-AC2F-69CED390652C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3" csCatId="accent1"/>
      <dgm:spPr/>
      <dgm:t>
        <a:bodyPr/>
        <a:lstStyle/>
        <a:p>
          <a:endParaRPr lang="fr-FR"/>
        </a:p>
      </dgm:t>
    </dgm:pt>
    <dgm:pt modelId="{EF5CD60B-9F72-4E99-B3B0-9E6667E4873B}">
      <dgm:prSet/>
      <dgm:spPr/>
      <dgm:t>
        <a:bodyPr/>
        <a:lstStyle/>
        <a:p>
          <a:r>
            <a:rPr lang="fr-FR" b="0" i="0"/>
            <a:t>dédoublonnage (40 doublons → 5 200 lignes) ;</a:t>
          </a:r>
          <a:endParaRPr lang="fr-FR"/>
        </a:p>
      </dgm:t>
    </dgm:pt>
    <dgm:pt modelId="{F711E291-7336-4B49-BE4B-CCC5C3438C91}" type="parTrans" cxnId="{437BBA95-94DD-4CE6-A66E-E962A527332D}">
      <dgm:prSet/>
      <dgm:spPr/>
      <dgm:t>
        <a:bodyPr/>
        <a:lstStyle/>
        <a:p>
          <a:endParaRPr lang="fr-FR"/>
        </a:p>
      </dgm:t>
    </dgm:pt>
    <dgm:pt modelId="{35F4FB8F-65E9-4701-A150-F4B53F9B97AE}" type="sibTrans" cxnId="{437BBA95-94DD-4CE6-A66E-E962A527332D}">
      <dgm:prSet/>
      <dgm:spPr/>
      <dgm:t>
        <a:bodyPr/>
        <a:lstStyle/>
        <a:p>
          <a:endParaRPr lang="fr-FR"/>
        </a:p>
      </dgm:t>
    </dgm:pt>
    <dgm:pt modelId="{C78B79E7-AC7B-4B9D-8F14-1DE338084985}">
      <dgm:prSet/>
      <dgm:spPr/>
      <dgm:t>
        <a:bodyPr/>
        <a:lstStyle/>
        <a:p>
          <a:r>
            <a:rPr lang="fr-FR" b="0" i="0"/>
            <a:t>nombres en texte → float : « 61,8 » · « 61.4% » · « 14.4 km » ;</a:t>
          </a:r>
          <a:endParaRPr lang="fr-FR"/>
        </a:p>
      </dgm:t>
    </dgm:pt>
    <dgm:pt modelId="{87F40ADC-6A95-4A3A-94AA-742469DF7CF3}" type="parTrans" cxnId="{07A17AEF-58F9-4C66-9982-6B73C15A5D1C}">
      <dgm:prSet/>
      <dgm:spPr/>
      <dgm:t>
        <a:bodyPr/>
        <a:lstStyle/>
        <a:p>
          <a:endParaRPr lang="fr-FR"/>
        </a:p>
      </dgm:t>
    </dgm:pt>
    <dgm:pt modelId="{84E1B396-A601-41E1-BD08-DDE4D993C158}" type="sibTrans" cxnId="{07A17AEF-58F9-4C66-9982-6B73C15A5D1C}">
      <dgm:prSet/>
      <dgm:spPr/>
      <dgm:t>
        <a:bodyPr/>
        <a:lstStyle/>
        <a:p>
          <a:endParaRPr lang="fr-FR"/>
        </a:p>
      </dgm:t>
    </dgm:pt>
    <dgm:pt modelId="{48829731-2C6E-406D-A1CB-8BBFE2332E15}">
      <dgm:prSet/>
      <dgm:spPr/>
      <dgm:t>
        <a:bodyPr/>
        <a:lstStyle/>
        <a:p>
          <a:r>
            <a:rPr lang="fr-FR" b="0" i="0"/>
            <a:t>dates multi-formats → parsées ;</a:t>
          </a:r>
          <a:endParaRPr lang="fr-FR"/>
        </a:p>
      </dgm:t>
    </dgm:pt>
    <dgm:pt modelId="{EBF01012-F4D5-4CAF-B4F3-422AAF2981F5}" type="parTrans" cxnId="{B512E72F-BB64-42AD-A7CF-7B66D60578E8}">
      <dgm:prSet/>
      <dgm:spPr/>
      <dgm:t>
        <a:bodyPr/>
        <a:lstStyle/>
        <a:p>
          <a:endParaRPr lang="fr-FR"/>
        </a:p>
      </dgm:t>
    </dgm:pt>
    <dgm:pt modelId="{3EEDB25D-FFC8-4C53-B852-06EA1D3736B6}" type="sibTrans" cxnId="{B512E72F-BB64-42AD-A7CF-7B66D60578E8}">
      <dgm:prSet/>
      <dgm:spPr/>
      <dgm:t>
        <a:bodyPr/>
        <a:lstStyle/>
        <a:p>
          <a:endParaRPr lang="fr-FR"/>
        </a:p>
      </dgm:t>
    </dgm:pt>
    <dgm:pt modelId="{7F1353DC-499F-4739-94D1-504FE1F2CB87}">
      <dgm:prSet/>
      <dgm:spPr/>
      <dgm:t>
        <a:bodyPr/>
        <a:lstStyle/>
        <a:p>
          <a:r>
            <a:rPr lang="fr-FR" b="0" i="0"/>
            <a:t>encodages harmonisés (sexe, bac_type, mention_bac, boursier…).</a:t>
          </a:r>
          <a:endParaRPr lang="fr-FR"/>
        </a:p>
      </dgm:t>
    </dgm:pt>
    <dgm:pt modelId="{36169A3F-1036-4A59-8D6B-8479C8207296}" type="parTrans" cxnId="{362AD6DB-1A99-41C8-8C98-255DDEB15804}">
      <dgm:prSet/>
      <dgm:spPr/>
      <dgm:t>
        <a:bodyPr/>
        <a:lstStyle/>
        <a:p>
          <a:endParaRPr lang="fr-FR"/>
        </a:p>
      </dgm:t>
    </dgm:pt>
    <dgm:pt modelId="{BB72E76D-9E55-4485-B84C-06302B80C431}" type="sibTrans" cxnId="{362AD6DB-1A99-41C8-8C98-255DDEB15804}">
      <dgm:prSet/>
      <dgm:spPr/>
      <dgm:t>
        <a:bodyPr/>
        <a:lstStyle/>
        <a:p>
          <a:endParaRPr lang="fr-FR"/>
        </a:p>
      </dgm:t>
    </dgm:pt>
    <dgm:pt modelId="{E6F8C989-2D51-4172-9510-5C8E6D9C5FF0}">
      <dgm:prSet/>
      <dgm:spPr/>
      <dgm:t>
        <a:bodyPr/>
        <a:lstStyle/>
        <a:p>
          <a:r>
            <a:rPr lang="fr-FR" b="0" i="0"/>
            <a:t>Silver = données nettoyées et pseudonymisées.</a:t>
          </a:r>
          <a:endParaRPr lang="fr-FR"/>
        </a:p>
      </dgm:t>
    </dgm:pt>
    <dgm:pt modelId="{C0B78B8D-97CD-4CB8-B031-D901C76756BE}" type="parTrans" cxnId="{58BF86D6-0E87-48C0-99C9-3E0FE806BDB0}">
      <dgm:prSet/>
      <dgm:spPr/>
      <dgm:t>
        <a:bodyPr/>
        <a:lstStyle/>
        <a:p>
          <a:endParaRPr lang="fr-FR"/>
        </a:p>
      </dgm:t>
    </dgm:pt>
    <dgm:pt modelId="{5830DA86-DE27-4BFB-944B-048FB39DA01A}" type="sibTrans" cxnId="{58BF86D6-0E87-48C0-99C9-3E0FE806BDB0}">
      <dgm:prSet/>
      <dgm:spPr/>
      <dgm:t>
        <a:bodyPr/>
        <a:lstStyle/>
        <a:p>
          <a:endParaRPr lang="fr-FR"/>
        </a:p>
      </dgm:t>
    </dgm:pt>
    <dgm:pt modelId="{C050491C-BC77-4289-AC88-1C7AEED92DA8}">
      <dgm:prSet/>
      <dgm:spPr/>
      <dgm:t>
        <a:bodyPr/>
        <a:lstStyle/>
        <a:p>
          <a:r>
            <a:rPr lang="fr-FR" b="0" i="0"/>
            <a:t>Gold = source unique de modélisation.</a:t>
          </a:r>
          <a:endParaRPr lang="fr-FR"/>
        </a:p>
      </dgm:t>
    </dgm:pt>
    <dgm:pt modelId="{EF074E70-8CF8-4EDB-A397-1C01D9ED4C22}" type="parTrans" cxnId="{F2A153D0-DB79-496B-ABA6-D60EAC0D7046}">
      <dgm:prSet/>
      <dgm:spPr/>
      <dgm:t>
        <a:bodyPr/>
        <a:lstStyle/>
        <a:p>
          <a:endParaRPr lang="fr-FR"/>
        </a:p>
      </dgm:t>
    </dgm:pt>
    <dgm:pt modelId="{3CC5026D-627A-4CE1-8254-3CB9CAAEE7A0}" type="sibTrans" cxnId="{F2A153D0-DB79-496B-ABA6-D60EAC0D7046}">
      <dgm:prSet/>
      <dgm:spPr/>
      <dgm:t>
        <a:bodyPr/>
        <a:lstStyle/>
        <a:p>
          <a:endParaRPr lang="fr-FR"/>
        </a:p>
      </dgm:t>
    </dgm:pt>
    <dgm:pt modelId="{1D4A5D38-6692-4260-99BF-0A28BE5F2A6B}" type="pres">
      <dgm:prSet presAssocID="{A65F328E-F38E-492E-AC2F-69CED390652C}" presName="Name0" presStyleCnt="0">
        <dgm:presLayoutVars>
          <dgm:chMax val="7"/>
          <dgm:chPref val="7"/>
          <dgm:dir/>
        </dgm:presLayoutVars>
      </dgm:prSet>
      <dgm:spPr/>
    </dgm:pt>
    <dgm:pt modelId="{8B6B8171-3963-4210-AA3E-6FACACA8AE2D}" type="pres">
      <dgm:prSet presAssocID="{A65F328E-F38E-492E-AC2F-69CED390652C}" presName="Name1" presStyleCnt="0"/>
      <dgm:spPr/>
    </dgm:pt>
    <dgm:pt modelId="{58FFE73E-7670-405E-BAF3-7DDE149EED40}" type="pres">
      <dgm:prSet presAssocID="{A65F328E-F38E-492E-AC2F-69CED390652C}" presName="cycle" presStyleCnt="0"/>
      <dgm:spPr/>
    </dgm:pt>
    <dgm:pt modelId="{CBD863DB-3AF2-492A-A858-6162182CA374}" type="pres">
      <dgm:prSet presAssocID="{A65F328E-F38E-492E-AC2F-69CED390652C}" presName="srcNode" presStyleLbl="node1" presStyleIdx="0" presStyleCnt="6"/>
      <dgm:spPr/>
    </dgm:pt>
    <dgm:pt modelId="{501B5B5B-29CA-4EF0-863E-59B1965CBA50}" type="pres">
      <dgm:prSet presAssocID="{A65F328E-F38E-492E-AC2F-69CED390652C}" presName="conn" presStyleLbl="parChTrans1D2" presStyleIdx="0" presStyleCnt="1"/>
      <dgm:spPr/>
    </dgm:pt>
    <dgm:pt modelId="{552487EE-E18D-4A1E-95C6-D9BA03DB03E0}" type="pres">
      <dgm:prSet presAssocID="{A65F328E-F38E-492E-AC2F-69CED390652C}" presName="extraNode" presStyleLbl="node1" presStyleIdx="0" presStyleCnt="6"/>
      <dgm:spPr/>
    </dgm:pt>
    <dgm:pt modelId="{037BA4FF-AB60-4731-9C7A-E2AEAAAF7A21}" type="pres">
      <dgm:prSet presAssocID="{A65F328E-F38E-492E-AC2F-69CED390652C}" presName="dstNode" presStyleLbl="node1" presStyleIdx="0" presStyleCnt="6"/>
      <dgm:spPr/>
    </dgm:pt>
    <dgm:pt modelId="{1A5021A7-C5FB-4ED0-8490-3CB0B7C422A6}" type="pres">
      <dgm:prSet presAssocID="{EF5CD60B-9F72-4E99-B3B0-9E6667E4873B}" presName="text_1" presStyleLbl="node1" presStyleIdx="0" presStyleCnt="6">
        <dgm:presLayoutVars>
          <dgm:bulletEnabled val="1"/>
        </dgm:presLayoutVars>
      </dgm:prSet>
      <dgm:spPr/>
    </dgm:pt>
    <dgm:pt modelId="{2B19C1B9-9C52-46BA-BC5A-0121E14A666A}" type="pres">
      <dgm:prSet presAssocID="{EF5CD60B-9F72-4E99-B3B0-9E6667E4873B}" presName="accent_1" presStyleCnt="0"/>
      <dgm:spPr/>
    </dgm:pt>
    <dgm:pt modelId="{8616C0A0-03E0-4E07-8DCA-87E39210CC12}" type="pres">
      <dgm:prSet presAssocID="{EF5CD60B-9F72-4E99-B3B0-9E6667E4873B}" presName="accentRepeatNode" presStyleLbl="solidFgAcc1" presStyleIdx="0" presStyleCnt="6"/>
      <dgm:spPr/>
    </dgm:pt>
    <dgm:pt modelId="{356D2D3F-56D9-4BFF-9BBC-A7C8D29C5CA6}" type="pres">
      <dgm:prSet presAssocID="{C78B79E7-AC7B-4B9D-8F14-1DE338084985}" presName="text_2" presStyleLbl="node1" presStyleIdx="1" presStyleCnt="6">
        <dgm:presLayoutVars>
          <dgm:bulletEnabled val="1"/>
        </dgm:presLayoutVars>
      </dgm:prSet>
      <dgm:spPr/>
    </dgm:pt>
    <dgm:pt modelId="{9BE59452-F02B-432C-A91A-D21679923807}" type="pres">
      <dgm:prSet presAssocID="{C78B79E7-AC7B-4B9D-8F14-1DE338084985}" presName="accent_2" presStyleCnt="0"/>
      <dgm:spPr/>
    </dgm:pt>
    <dgm:pt modelId="{04CEE950-088C-4382-915D-B9FA77C4B331}" type="pres">
      <dgm:prSet presAssocID="{C78B79E7-AC7B-4B9D-8F14-1DE338084985}" presName="accentRepeatNode" presStyleLbl="solidFgAcc1" presStyleIdx="1" presStyleCnt="6"/>
      <dgm:spPr/>
    </dgm:pt>
    <dgm:pt modelId="{BDDEA1F9-2CFF-4C6A-8940-37451E22F3E2}" type="pres">
      <dgm:prSet presAssocID="{48829731-2C6E-406D-A1CB-8BBFE2332E15}" presName="text_3" presStyleLbl="node1" presStyleIdx="2" presStyleCnt="6">
        <dgm:presLayoutVars>
          <dgm:bulletEnabled val="1"/>
        </dgm:presLayoutVars>
      </dgm:prSet>
      <dgm:spPr/>
    </dgm:pt>
    <dgm:pt modelId="{C348554C-3235-4874-B775-2095D93A6DE4}" type="pres">
      <dgm:prSet presAssocID="{48829731-2C6E-406D-A1CB-8BBFE2332E15}" presName="accent_3" presStyleCnt="0"/>
      <dgm:spPr/>
    </dgm:pt>
    <dgm:pt modelId="{0E7EE14A-F43E-469C-A26C-4C811F8ED34A}" type="pres">
      <dgm:prSet presAssocID="{48829731-2C6E-406D-A1CB-8BBFE2332E15}" presName="accentRepeatNode" presStyleLbl="solidFgAcc1" presStyleIdx="2" presStyleCnt="6"/>
      <dgm:spPr/>
    </dgm:pt>
    <dgm:pt modelId="{B817D93D-FE79-46C8-8260-B2BDCDECE7BE}" type="pres">
      <dgm:prSet presAssocID="{7F1353DC-499F-4739-94D1-504FE1F2CB87}" presName="text_4" presStyleLbl="node1" presStyleIdx="3" presStyleCnt="6">
        <dgm:presLayoutVars>
          <dgm:bulletEnabled val="1"/>
        </dgm:presLayoutVars>
      </dgm:prSet>
      <dgm:spPr/>
    </dgm:pt>
    <dgm:pt modelId="{FC25860B-C47A-440D-A2C3-52A22F59E0DA}" type="pres">
      <dgm:prSet presAssocID="{7F1353DC-499F-4739-94D1-504FE1F2CB87}" presName="accent_4" presStyleCnt="0"/>
      <dgm:spPr/>
    </dgm:pt>
    <dgm:pt modelId="{BF47B0A6-E56D-4C49-9419-73BFAF07B3F5}" type="pres">
      <dgm:prSet presAssocID="{7F1353DC-499F-4739-94D1-504FE1F2CB87}" presName="accentRepeatNode" presStyleLbl="solidFgAcc1" presStyleIdx="3" presStyleCnt="6"/>
      <dgm:spPr/>
    </dgm:pt>
    <dgm:pt modelId="{FF657E27-6D5A-48BD-B87F-818CE9711D95}" type="pres">
      <dgm:prSet presAssocID="{E6F8C989-2D51-4172-9510-5C8E6D9C5FF0}" presName="text_5" presStyleLbl="node1" presStyleIdx="4" presStyleCnt="6">
        <dgm:presLayoutVars>
          <dgm:bulletEnabled val="1"/>
        </dgm:presLayoutVars>
      </dgm:prSet>
      <dgm:spPr/>
    </dgm:pt>
    <dgm:pt modelId="{DBDCE2EF-3EBE-41D4-936E-0E2DF1FB3134}" type="pres">
      <dgm:prSet presAssocID="{E6F8C989-2D51-4172-9510-5C8E6D9C5FF0}" presName="accent_5" presStyleCnt="0"/>
      <dgm:spPr/>
    </dgm:pt>
    <dgm:pt modelId="{C3233CA9-DD94-4F62-94B8-FE8EE1130563}" type="pres">
      <dgm:prSet presAssocID="{E6F8C989-2D51-4172-9510-5C8E6D9C5FF0}" presName="accentRepeatNode" presStyleLbl="solidFgAcc1" presStyleIdx="4" presStyleCnt="6"/>
      <dgm:spPr/>
    </dgm:pt>
    <dgm:pt modelId="{4142ED6F-D68E-4050-B3D3-66A987085277}" type="pres">
      <dgm:prSet presAssocID="{C050491C-BC77-4289-AC88-1C7AEED92DA8}" presName="text_6" presStyleLbl="node1" presStyleIdx="5" presStyleCnt="6">
        <dgm:presLayoutVars>
          <dgm:bulletEnabled val="1"/>
        </dgm:presLayoutVars>
      </dgm:prSet>
      <dgm:spPr/>
    </dgm:pt>
    <dgm:pt modelId="{6420BA3F-E1FC-4529-864A-96E9CF99A335}" type="pres">
      <dgm:prSet presAssocID="{C050491C-BC77-4289-AC88-1C7AEED92DA8}" presName="accent_6" presStyleCnt="0"/>
      <dgm:spPr/>
    </dgm:pt>
    <dgm:pt modelId="{7142F492-0C2C-4FB5-AF80-E47897530DA4}" type="pres">
      <dgm:prSet presAssocID="{C050491C-BC77-4289-AC88-1C7AEED92DA8}" presName="accentRepeatNode" presStyleLbl="solidFgAcc1" presStyleIdx="5" presStyleCnt="6"/>
      <dgm:spPr/>
    </dgm:pt>
  </dgm:ptLst>
  <dgm:cxnLst>
    <dgm:cxn modelId="{4BC89107-0C8E-40D8-A89E-A42A0A06044C}" type="presOf" srcId="{C050491C-BC77-4289-AC88-1C7AEED92DA8}" destId="{4142ED6F-D68E-4050-B3D3-66A987085277}" srcOrd="0" destOrd="0" presId="urn:microsoft.com/office/officeart/2008/layout/VerticalCurvedList"/>
    <dgm:cxn modelId="{69B8A820-F87B-4A73-8DBA-5001383D37D1}" type="presOf" srcId="{48829731-2C6E-406D-A1CB-8BBFE2332E15}" destId="{BDDEA1F9-2CFF-4C6A-8940-37451E22F3E2}" srcOrd="0" destOrd="0" presId="urn:microsoft.com/office/officeart/2008/layout/VerticalCurvedList"/>
    <dgm:cxn modelId="{B512E72F-BB64-42AD-A7CF-7B66D60578E8}" srcId="{A65F328E-F38E-492E-AC2F-69CED390652C}" destId="{48829731-2C6E-406D-A1CB-8BBFE2332E15}" srcOrd="2" destOrd="0" parTransId="{EBF01012-F4D5-4CAF-B4F3-422AAF2981F5}" sibTransId="{3EEDB25D-FFC8-4C53-B852-06EA1D3736B6}"/>
    <dgm:cxn modelId="{CEEB5E43-0B0E-4A88-A29C-F74892842E65}" type="presOf" srcId="{35F4FB8F-65E9-4701-A150-F4B53F9B97AE}" destId="{501B5B5B-29CA-4EF0-863E-59B1965CBA50}" srcOrd="0" destOrd="0" presId="urn:microsoft.com/office/officeart/2008/layout/VerticalCurvedList"/>
    <dgm:cxn modelId="{2326E369-0127-415C-B452-1DE33437987E}" type="presOf" srcId="{E6F8C989-2D51-4172-9510-5C8E6D9C5FF0}" destId="{FF657E27-6D5A-48BD-B87F-818CE9711D95}" srcOrd="0" destOrd="0" presId="urn:microsoft.com/office/officeart/2008/layout/VerticalCurvedList"/>
    <dgm:cxn modelId="{437BBA95-94DD-4CE6-A66E-E962A527332D}" srcId="{A65F328E-F38E-492E-AC2F-69CED390652C}" destId="{EF5CD60B-9F72-4E99-B3B0-9E6667E4873B}" srcOrd="0" destOrd="0" parTransId="{F711E291-7336-4B49-BE4B-CCC5C3438C91}" sibTransId="{35F4FB8F-65E9-4701-A150-F4B53F9B97AE}"/>
    <dgm:cxn modelId="{7C8C159C-F446-422A-A3DE-07224C841FC0}" type="presOf" srcId="{C78B79E7-AC7B-4B9D-8F14-1DE338084985}" destId="{356D2D3F-56D9-4BFF-9BBC-A7C8D29C5CA6}" srcOrd="0" destOrd="0" presId="urn:microsoft.com/office/officeart/2008/layout/VerticalCurvedList"/>
    <dgm:cxn modelId="{BD0743A6-9473-4121-8B63-F5507C4B5A60}" type="presOf" srcId="{EF5CD60B-9F72-4E99-B3B0-9E6667E4873B}" destId="{1A5021A7-C5FB-4ED0-8490-3CB0B7C422A6}" srcOrd="0" destOrd="0" presId="urn:microsoft.com/office/officeart/2008/layout/VerticalCurvedList"/>
    <dgm:cxn modelId="{F2A153D0-DB79-496B-ABA6-D60EAC0D7046}" srcId="{A65F328E-F38E-492E-AC2F-69CED390652C}" destId="{C050491C-BC77-4289-AC88-1C7AEED92DA8}" srcOrd="5" destOrd="0" parTransId="{EF074E70-8CF8-4EDB-A397-1C01D9ED4C22}" sibTransId="{3CC5026D-627A-4CE1-8254-3CB9CAAEE7A0}"/>
    <dgm:cxn modelId="{58BF86D6-0E87-48C0-99C9-3E0FE806BDB0}" srcId="{A65F328E-F38E-492E-AC2F-69CED390652C}" destId="{E6F8C989-2D51-4172-9510-5C8E6D9C5FF0}" srcOrd="4" destOrd="0" parTransId="{C0B78B8D-97CD-4CB8-B031-D901C76756BE}" sibTransId="{5830DA86-DE27-4BFB-944B-048FB39DA01A}"/>
    <dgm:cxn modelId="{362AD6DB-1A99-41C8-8C98-255DDEB15804}" srcId="{A65F328E-F38E-492E-AC2F-69CED390652C}" destId="{7F1353DC-499F-4739-94D1-504FE1F2CB87}" srcOrd="3" destOrd="0" parTransId="{36169A3F-1036-4A59-8D6B-8479C8207296}" sibTransId="{BB72E76D-9E55-4485-B84C-06302B80C431}"/>
    <dgm:cxn modelId="{07A17AEF-58F9-4C66-9982-6B73C15A5D1C}" srcId="{A65F328E-F38E-492E-AC2F-69CED390652C}" destId="{C78B79E7-AC7B-4B9D-8F14-1DE338084985}" srcOrd="1" destOrd="0" parTransId="{87F40ADC-6A95-4A3A-94AA-742469DF7CF3}" sibTransId="{84E1B396-A601-41E1-BD08-DDE4D993C158}"/>
    <dgm:cxn modelId="{12E2E7F8-B6A9-40BA-9126-A3E3793E6B12}" type="presOf" srcId="{A65F328E-F38E-492E-AC2F-69CED390652C}" destId="{1D4A5D38-6692-4260-99BF-0A28BE5F2A6B}" srcOrd="0" destOrd="0" presId="urn:microsoft.com/office/officeart/2008/layout/VerticalCurvedList"/>
    <dgm:cxn modelId="{0B6004FC-B9E2-4292-82CF-8889D7039432}" type="presOf" srcId="{7F1353DC-499F-4739-94D1-504FE1F2CB87}" destId="{B817D93D-FE79-46C8-8260-B2BDCDECE7BE}" srcOrd="0" destOrd="0" presId="urn:microsoft.com/office/officeart/2008/layout/VerticalCurvedList"/>
    <dgm:cxn modelId="{60AEE0A9-E7C7-4743-AD52-21A0C5E1559D}" type="presParOf" srcId="{1D4A5D38-6692-4260-99BF-0A28BE5F2A6B}" destId="{8B6B8171-3963-4210-AA3E-6FACACA8AE2D}" srcOrd="0" destOrd="0" presId="urn:microsoft.com/office/officeart/2008/layout/VerticalCurvedList"/>
    <dgm:cxn modelId="{B66D1251-4742-400A-96B9-E7E6926D2AFD}" type="presParOf" srcId="{8B6B8171-3963-4210-AA3E-6FACACA8AE2D}" destId="{58FFE73E-7670-405E-BAF3-7DDE149EED40}" srcOrd="0" destOrd="0" presId="urn:microsoft.com/office/officeart/2008/layout/VerticalCurvedList"/>
    <dgm:cxn modelId="{8D5F29E9-F20C-4C0E-8DD5-4C338B919848}" type="presParOf" srcId="{58FFE73E-7670-405E-BAF3-7DDE149EED40}" destId="{CBD863DB-3AF2-492A-A858-6162182CA374}" srcOrd="0" destOrd="0" presId="urn:microsoft.com/office/officeart/2008/layout/VerticalCurvedList"/>
    <dgm:cxn modelId="{975A7DFB-40CF-4DB7-9CBC-DBECDB210901}" type="presParOf" srcId="{58FFE73E-7670-405E-BAF3-7DDE149EED40}" destId="{501B5B5B-29CA-4EF0-863E-59B1965CBA50}" srcOrd="1" destOrd="0" presId="urn:microsoft.com/office/officeart/2008/layout/VerticalCurvedList"/>
    <dgm:cxn modelId="{EFF95413-4589-4CD8-98FC-CED585B5C8CE}" type="presParOf" srcId="{58FFE73E-7670-405E-BAF3-7DDE149EED40}" destId="{552487EE-E18D-4A1E-95C6-D9BA03DB03E0}" srcOrd="2" destOrd="0" presId="urn:microsoft.com/office/officeart/2008/layout/VerticalCurvedList"/>
    <dgm:cxn modelId="{E39389D5-7617-4512-AAC5-341948DE931F}" type="presParOf" srcId="{58FFE73E-7670-405E-BAF3-7DDE149EED40}" destId="{037BA4FF-AB60-4731-9C7A-E2AEAAAF7A21}" srcOrd="3" destOrd="0" presId="urn:microsoft.com/office/officeart/2008/layout/VerticalCurvedList"/>
    <dgm:cxn modelId="{8951E241-1853-4D7B-9388-92EEE3D79E76}" type="presParOf" srcId="{8B6B8171-3963-4210-AA3E-6FACACA8AE2D}" destId="{1A5021A7-C5FB-4ED0-8490-3CB0B7C422A6}" srcOrd="1" destOrd="0" presId="urn:microsoft.com/office/officeart/2008/layout/VerticalCurvedList"/>
    <dgm:cxn modelId="{6A6E62D1-F4F1-4F84-80AC-0E58D7077156}" type="presParOf" srcId="{8B6B8171-3963-4210-AA3E-6FACACA8AE2D}" destId="{2B19C1B9-9C52-46BA-BC5A-0121E14A666A}" srcOrd="2" destOrd="0" presId="urn:microsoft.com/office/officeart/2008/layout/VerticalCurvedList"/>
    <dgm:cxn modelId="{17124A99-86F9-4FAA-9028-256C419A4D2D}" type="presParOf" srcId="{2B19C1B9-9C52-46BA-BC5A-0121E14A666A}" destId="{8616C0A0-03E0-4E07-8DCA-87E39210CC12}" srcOrd="0" destOrd="0" presId="urn:microsoft.com/office/officeart/2008/layout/VerticalCurvedList"/>
    <dgm:cxn modelId="{F4A46574-107E-4677-AF59-A722F5A7D28E}" type="presParOf" srcId="{8B6B8171-3963-4210-AA3E-6FACACA8AE2D}" destId="{356D2D3F-56D9-4BFF-9BBC-A7C8D29C5CA6}" srcOrd="3" destOrd="0" presId="urn:microsoft.com/office/officeart/2008/layout/VerticalCurvedList"/>
    <dgm:cxn modelId="{D9557807-2F2C-488C-AC39-69C2E5B2360B}" type="presParOf" srcId="{8B6B8171-3963-4210-AA3E-6FACACA8AE2D}" destId="{9BE59452-F02B-432C-A91A-D21679923807}" srcOrd="4" destOrd="0" presId="urn:microsoft.com/office/officeart/2008/layout/VerticalCurvedList"/>
    <dgm:cxn modelId="{703F2F39-AD2E-4768-BE45-300B7519D255}" type="presParOf" srcId="{9BE59452-F02B-432C-A91A-D21679923807}" destId="{04CEE950-088C-4382-915D-B9FA77C4B331}" srcOrd="0" destOrd="0" presId="urn:microsoft.com/office/officeart/2008/layout/VerticalCurvedList"/>
    <dgm:cxn modelId="{6672FB67-AEC5-47FE-A1EE-1CA699DB5FD7}" type="presParOf" srcId="{8B6B8171-3963-4210-AA3E-6FACACA8AE2D}" destId="{BDDEA1F9-2CFF-4C6A-8940-37451E22F3E2}" srcOrd="5" destOrd="0" presId="urn:microsoft.com/office/officeart/2008/layout/VerticalCurvedList"/>
    <dgm:cxn modelId="{537C9E62-862C-4276-A771-D6A969718043}" type="presParOf" srcId="{8B6B8171-3963-4210-AA3E-6FACACA8AE2D}" destId="{C348554C-3235-4874-B775-2095D93A6DE4}" srcOrd="6" destOrd="0" presId="urn:microsoft.com/office/officeart/2008/layout/VerticalCurvedList"/>
    <dgm:cxn modelId="{DBD57BDB-C9AE-4D46-A676-13D1A7542A60}" type="presParOf" srcId="{C348554C-3235-4874-B775-2095D93A6DE4}" destId="{0E7EE14A-F43E-469C-A26C-4C811F8ED34A}" srcOrd="0" destOrd="0" presId="urn:microsoft.com/office/officeart/2008/layout/VerticalCurvedList"/>
    <dgm:cxn modelId="{453AB2AC-BEA3-4840-85A7-F30745286A15}" type="presParOf" srcId="{8B6B8171-3963-4210-AA3E-6FACACA8AE2D}" destId="{B817D93D-FE79-46C8-8260-B2BDCDECE7BE}" srcOrd="7" destOrd="0" presId="urn:microsoft.com/office/officeart/2008/layout/VerticalCurvedList"/>
    <dgm:cxn modelId="{007F85DA-5E83-4F7F-9CFD-4EE8D4405233}" type="presParOf" srcId="{8B6B8171-3963-4210-AA3E-6FACACA8AE2D}" destId="{FC25860B-C47A-440D-A2C3-52A22F59E0DA}" srcOrd="8" destOrd="0" presId="urn:microsoft.com/office/officeart/2008/layout/VerticalCurvedList"/>
    <dgm:cxn modelId="{5FF04E35-F704-415B-B20E-798F0DD80FED}" type="presParOf" srcId="{FC25860B-C47A-440D-A2C3-52A22F59E0DA}" destId="{BF47B0A6-E56D-4C49-9419-73BFAF07B3F5}" srcOrd="0" destOrd="0" presId="urn:microsoft.com/office/officeart/2008/layout/VerticalCurvedList"/>
    <dgm:cxn modelId="{7CC4EC39-B3EB-4524-A18E-4C0510600445}" type="presParOf" srcId="{8B6B8171-3963-4210-AA3E-6FACACA8AE2D}" destId="{FF657E27-6D5A-48BD-B87F-818CE9711D95}" srcOrd="9" destOrd="0" presId="urn:microsoft.com/office/officeart/2008/layout/VerticalCurvedList"/>
    <dgm:cxn modelId="{AEA31761-E56D-4BD4-BDF6-D5AC815566E7}" type="presParOf" srcId="{8B6B8171-3963-4210-AA3E-6FACACA8AE2D}" destId="{DBDCE2EF-3EBE-41D4-936E-0E2DF1FB3134}" srcOrd="10" destOrd="0" presId="urn:microsoft.com/office/officeart/2008/layout/VerticalCurvedList"/>
    <dgm:cxn modelId="{B154DE90-01DC-4139-B45C-747AE1D31248}" type="presParOf" srcId="{DBDCE2EF-3EBE-41D4-936E-0E2DF1FB3134}" destId="{C3233CA9-DD94-4F62-94B8-FE8EE1130563}" srcOrd="0" destOrd="0" presId="urn:microsoft.com/office/officeart/2008/layout/VerticalCurvedList"/>
    <dgm:cxn modelId="{0C3FF669-06FB-4DF7-AF1E-469A7569C752}" type="presParOf" srcId="{8B6B8171-3963-4210-AA3E-6FACACA8AE2D}" destId="{4142ED6F-D68E-4050-B3D3-66A987085277}" srcOrd="11" destOrd="0" presId="urn:microsoft.com/office/officeart/2008/layout/VerticalCurvedList"/>
    <dgm:cxn modelId="{7F2CEB5F-4D23-45E0-AC2F-A5BFA2785355}" type="presParOf" srcId="{8B6B8171-3963-4210-AA3E-6FACACA8AE2D}" destId="{6420BA3F-E1FC-4529-864A-96E9CF99A335}" srcOrd="12" destOrd="0" presId="urn:microsoft.com/office/officeart/2008/layout/VerticalCurvedList"/>
    <dgm:cxn modelId="{B409A2FC-D0BB-4289-A74F-E7F4AEBBBD0A}" type="presParOf" srcId="{6420BA3F-E1FC-4529-864A-96E9CF99A335}" destId="{7142F492-0C2C-4FB5-AF80-E47897530DA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7D0E0D-FA86-44D7-94C4-12739625DD2C}" type="doc">
      <dgm:prSet loTypeId="urn:microsoft.com/office/officeart/2024/layout/BulletTimeline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B388BE6-2FFC-46A7-BF0C-4AED06178344}">
      <dgm:prSet/>
      <dgm:spPr/>
      <dgm:t>
        <a:bodyPr/>
        <a:lstStyle/>
        <a:p>
          <a:pPr>
            <a:defRPr b="1"/>
          </a:pPr>
          <a:r>
            <a:rPr lang="fr-FR" b="0" i="0" dirty="0"/>
            <a:t>Split stratifié </a:t>
          </a:r>
        </a:p>
        <a:p>
          <a:pPr>
            <a:defRPr b="1"/>
          </a:pPr>
          <a:r>
            <a:rPr lang="fr-FR" b="0" i="0" dirty="0"/>
            <a:t>train / validation / test</a:t>
          </a:r>
          <a:endParaRPr lang="fr-FR" dirty="0"/>
        </a:p>
      </dgm:t>
    </dgm:pt>
    <dgm:pt modelId="{AB700CAB-D5A4-45E1-92F5-776313F84111}" type="parTrans" cxnId="{8BA51AD9-3E30-48FA-B169-A25A6652689B}">
      <dgm:prSet/>
      <dgm:spPr/>
      <dgm:t>
        <a:bodyPr/>
        <a:lstStyle/>
        <a:p>
          <a:endParaRPr lang="fr-FR"/>
        </a:p>
      </dgm:t>
    </dgm:pt>
    <dgm:pt modelId="{24A79116-4291-43BB-9B53-89D6FEBFF5A0}" type="sibTrans" cxnId="{8BA51AD9-3E30-48FA-B169-A25A6652689B}">
      <dgm:prSet/>
      <dgm:spPr/>
      <dgm:t>
        <a:bodyPr/>
        <a:lstStyle/>
        <a:p>
          <a:endParaRPr lang="fr-FR"/>
        </a:p>
      </dgm:t>
    </dgm:pt>
    <dgm:pt modelId="{8F8EDF16-02B1-4DEA-AFB7-FD23866B18A1}">
      <dgm:prSet/>
      <dgm:spPr/>
      <dgm:t>
        <a:bodyPr/>
        <a:lstStyle/>
        <a:p>
          <a:pPr>
            <a:defRPr b="1"/>
          </a:pPr>
          <a:r>
            <a:rPr lang="fr-FR" b="0" i="0" dirty="0"/>
            <a:t>Tuning de la régularisation C </a:t>
          </a:r>
          <a:br>
            <a:rPr lang="fr-FR" b="0" i="0" dirty="0"/>
          </a:br>
          <a:r>
            <a:rPr lang="fr-FR" b="0" i="0" dirty="0"/>
            <a:t>par validation croisée stratifiée </a:t>
          </a:r>
          <a:br>
            <a:rPr lang="fr-FR" b="0" i="0" dirty="0"/>
          </a:br>
          <a:r>
            <a:rPr lang="fr-FR" b="0" i="0" dirty="0"/>
            <a:t>(</a:t>
          </a:r>
          <a:r>
            <a:rPr lang="fr-FR" b="0" i="0" dirty="0" err="1"/>
            <a:t>scoring</a:t>
          </a:r>
          <a:r>
            <a:rPr lang="fr-FR" b="0" i="0" dirty="0"/>
            <a:t> AUC).</a:t>
          </a:r>
          <a:endParaRPr lang="fr-FR" dirty="0"/>
        </a:p>
      </dgm:t>
    </dgm:pt>
    <dgm:pt modelId="{83D3A70C-DB64-46E6-B29E-1D7B5A226388}" type="parTrans" cxnId="{A8362418-CFE1-417D-8027-AAABBDD2C5EF}">
      <dgm:prSet/>
      <dgm:spPr/>
      <dgm:t>
        <a:bodyPr/>
        <a:lstStyle/>
        <a:p>
          <a:endParaRPr lang="fr-FR"/>
        </a:p>
      </dgm:t>
    </dgm:pt>
    <dgm:pt modelId="{7A34F56A-7BDB-4B8E-B67A-4C62C3D2740A}" type="sibTrans" cxnId="{A8362418-CFE1-417D-8027-AAABBDD2C5EF}">
      <dgm:prSet/>
      <dgm:spPr/>
      <dgm:t>
        <a:bodyPr/>
        <a:lstStyle/>
        <a:p>
          <a:endParaRPr lang="fr-FR"/>
        </a:p>
      </dgm:t>
    </dgm:pt>
    <dgm:pt modelId="{8E050C2D-9279-4260-A36B-7ADEC260462F}">
      <dgm:prSet/>
      <dgm:spPr/>
      <dgm:t>
        <a:bodyPr/>
        <a:lstStyle/>
        <a:p>
          <a:pPr>
            <a:defRPr b="1"/>
          </a:pPr>
          <a:r>
            <a:rPr lang="fr-FR" b="0" i="0" dirty="0"/>
            <a:t>Déséquilibre (~28 %) : </a:t>
          </a:r>
          <a:br>
            <a:rPr lang="fr-FR" b="0" i="0" dirty="0"/>
          </a:br>
          <a:r>
            <a:rPr lang="fr-FR" b="0" i="0" dirty="0" err="1"/>
            <a:t>class_weight</a:t>
          </a:r>
          <a:r>
            <a:rPr lang="fr-FR" b="0" i="0" dirty="0"/>
            <a:t>="</a:t>
          </a:r>
          <a:r>
            <a:rPr lang="fr-FR" b="0" i="0" dirty="0" err="1"/>
            <a:t>balanced</a:t>
          </a:r>
          <a:r>
            <a:rPr lang="fr-FR" b="0" i="0" dirty="0"/>
            <a:t>".</a:t>
          </a:r>
          <a:endParaRPr lang="fr-FR" dirty="0"/>
        </a:p>
      </dgm:t>
    </dgm:pt>
    <dgm:pt modelId="{13FB45D4-1C8B-47E7-9AC8-A81CC316D6A9}" type="parTrans" cxnId="{4C134F1E-A4B7-4810-B63A-90AE629A7A57}">
      <dgm:prSet/>
      <dgm:spPr/>
      <dgm:t>
        <a:bodyPr/>
        <a:lstStyle/>
        <a:p>
          <a:endParaRPr lang="fr-FR"/>
        </a:p>
      </dgm:t>
    </dgm:pt>
    <dgm:pt modelId="{6701F226-85D3-43D6-B0BC-87392B683FBB}" type="sibTrans" cxnId="{4C134F1E-A4B7-4810-B63A-90AE629A7A57}">
      <dgm:prSet/>
      <dgm:spPr/>
      <dgm:t>
        <a:bodyPr/>
        <a:lstStyle/>
        <a:p>
          <a:endParaRPr lang="fr-FR"/>
        </a:p>
      </dgm:t>
    </dgm:pt>
    <dgm:pt modelId="{BDA647AA-B93C-4BD1-AE85-F30DAADE54E5}">
      <dgm:prSet/>
      <dgm:spPr/>
      <dgm:t>
        <a:bodyPr/>
        <a:lstStyle/>
        <a:p>
          <a:pPr>
            <a:defRPr b="1"/>
          </a:pPr>
          <a:r>
            <a:rPr lang="fr-FR" b="0" i="0" dirty="0"/>
            <a:t>Seuil métier choisi sur validation, </a:t>
          </a:r>
          <a:br>
            <a:rPr lang="fr-FR" b="0" i="0" dirty="0"/>
          </a:br>
          <a:r>
            <a:rPr lang="fr-FR" b="0" i="0" dirty="0"/>
            <a:t>puis évalué sur test </a:t>
          </a:r>
          <a:r>
            <a:rPr lang="fr-FR" b="0" i="0" dirty="0" err="1"/>
            <a:t>hold</a:t>
          </a:r>
          <a:r>
            <a:rPr lang="fr-FR" b="0" i="0" dirty="0"/>
            <a:t>-out.</a:t>
          </a:r>
          <a:endParaRPr lang="fr-FR" dirty="0"/>
        </a:p>
      </dgm:t>
    </dgm:pt>
    <dgm:pt modelId="{4A51E82D-F88E-4DF4-843F-5F7E99D40A2B}" type="parTrans" cxnId="{36C2E293-E25F-4069-B0F6-5610E659688F}">
      <dgm:prSet/>
      <dgm:spPr/>
      <dgm:t>
        <a:bodyPr/>
        <a:lstStyle/>
        <a:p>
          <a:endParaRPr lang="fr-FR"/>
        </a:p>
      </dgm:t>
    </dgm:pt>
    <dgm:pt modelId="{B22D86B5-7272-4317-BAAC-DD7BBADB0C67}" type="sibTrans" cxnId="{36C2E293-E25F-4069-B0F6-5610E659688F}">
      <dgm:prSet/>
      <dgm:spPr/>
      <dgm:t>
        <a:bodyPr/>
        <a:lstStyle/>
        <a:p>
          <a:endParaRPr lang="fr-FR"/>
        </a:p>
      </dgm:t>
    </dgm:pt>
    <dgm:pt modelId="{407504B4-C549-46EF-9D4C-9D3371C8EFF2}">
      <dgm:prSet/>
      <dgm:spPr/>
      <dgm:t>
        <a:bodyPr/>
        <a:lstStyle/>
        <a:p>
          <a:pPr>
            <a:defRPr b="1"/>
          </a:pPr>
          <a:r>
            <a:rPr lang="fr-FR" b="0" i="0" dirty="0"/>
            <a:t>AUC CV ≈ AUC test → pas de surapprentissage visible.</a:t>
          </a:r>
          <a:endParaRPr lang="fr-FR" dirty="0"/>
        </a:p>
      </dgm:t>
    </dgm:pt>
    <dgm:pt modelId="{57980F28-0E36-44F4-8D33-54EEA6528D39}" type="parTrans" cxnId="{C382C4DC-F812-4D55-B113-9E1866EEE2F6}">
      <dgm:prSet/>
      <dgm:spPr/>
      <dgm:t>
        <a:bodyPr/>
        <a:lstStyle/>
        <a:p>
          <a:endParaRPr lang="fr-FR"/>
        </a:p>
      </dgm:t>
    </dgm:pt>
    <dgm:pt modelId="{F81B6805-77EC-4AEF-AB4B-4499B8F4CAFD}" type="sibTrans" cxnId="{C382C4DC-F812-4D55-B113-9E1866EEE2F6}">
      <dgm:prSet/>
      <dgm:spPr/>
      <dgm:t>
        <a:bodyPr/>
        <a:lstStyle/>
        <a:p>
          <a:endParaRPr lang="fr-FR"/>
        </a:p>
      </dgm:t>
    </dgm:pt>
    <dgm:pt modelId="{2241F755-8521-4EE5-AA74-6CF73EA20C04}" type="pres">
      <dgm:prSet presAssocID="{9B7D0E0D-FA86-44D7-94C4-12739625DD2C}" presName="root" presStyleCnt="0">
        <dgm:presLayoutVars>
          <dgm:dir/>
          <dgm:animLvl val="lvl"/>
        </dgm:presLayoutVars>
      </dgm:prSet>
      <dgm:spPr/>
    </dgm:pt>
    <dgm:pt modelId="{3969D4D5-A0DF-404E-BC1A-B037D9883BF3}" type="pres">
      <dgm:prSet presAssocID="{9B7D0E0D-FA86-44D7-94C4-12739625DD2C}" presName="divider" presStyleCnt="0"/>
      <dgm:spPr/>
    </dgm:pt>
    <dgm:pt modelId="{789E6CEE-C876-4AE2-9660-F5D3BB827594}" type="pres">
      <dgm:prSet presAssocID="{9B7D0E0D-FA86-44D7-94C4-12739625DD2C}" presName="rectBar" presStyleLbl="dkBgShp" presStyleIdx="0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</dgm:pt>
    <dgm:pt modelId="{8E930E60-3A50-4A2B-8273-B32AE13C773F}" type="pres">
      <dgm:prSet presAssocID="{9B7D0E0D-FA86-44D7-94C4-12739625DD2C}" presName="chevronArrow" presStyleLbl="dkBgShp" presStyleIdx="1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</dgm:pt>
    <dgm:pt modelId="{846A5C9D-9763-4F42-A199-675A9AA73949}" type="pres">
      <dgm:prSet presAssocID="{9B7D0E0D-FA86-44D7-94C4-12739625DD2C}" presName="nodes" presStyleCnt="0">
        <dgm:presLayoutVars>
          <dgm:chMax/>
          <dgm:chPref/>
          <dgm:animLvl val="lvl"/>
        </dgm:presLayoutVars>
      </dgm:prSet>
      <dgm:spPr/>
    </dgm:pt>
    <dgm:pt modelId="{5B3EEC34-F34D-499D-BBA5-EF063D454125}" type="pres">
      <dgm:prSet presAssocID="{9B388BE6-2FFC-46A7-BF0C-4AED06178344}" presName="composite" presStyleCnt="0"/>
      <dgm:spPr/>
    </dgm:pt>
    <dgm:pt modelId="{A69820E0-BE3F-429D-BF15-035F3F2E6EAB}" type="pres">
      <dgm:prSet presAssocID="{9B388BE6-2FFC-46A7-BF0C-4AED06178344}" presName="DropPinPlaceHolder" presStyleCnt="0"/>
      <dgm:spPr/>
    </dgm:pt>
    <dgm:pt modelId="{56C3891B-AC7D-4370-BCCF-388380244AB9}" type="pres">
      <dgm:prSet presAssocID="{9B388BE6-2FFC-46A7-BF0C-4AED06178344}" presName="DropPin" presStyleLbl="alignNode1" presStyleIdx="0" presStyleCnt="5"/>
      <dgm:spPr/>
    </dgm:pt>
    <dgm:pt modelId="{F6B1C1A9-C83E-4747-BB97-34A52574B714}" type="pres">
      <dgm:prSet presAssocID="{9B388BE6-2FFC-46A7-BF0C-4AED06178344}" presName="Ellipse" presStyleLbl="fgAcc1" presStyleIdx="0" presStyleCnt="5"/>
      <dgm:spPr/>
    </dgm:pt>
    <dgm:pt modelId="{560B6DE0-0D7A-4ECA-98A1-1ACBE2B964B3}" type="pres">
      <dgm:prSet presAssocID="{9B388BE6-2FFC-46A7-BF0C-4AED06178344}" presName="L2TextContainer" presStyleLbl="revTx" presStyleIdx="0" presStyleCnt="10">
        <dgm:presLayoutVars>
          <dgm:bulletEnabled val="1"/>
        </dgm:presLayoutVars>
      </dgm:prSet>
      <dgm:spPr/>
    </dgm:pt>
    <dgm:pt modelId="{4EFDD9C3-FEFA-41C8-A9F3-FABC71F42D99}" type="pres">
      <dgm:prSet presAssocID="{9B388BE6-2FFC-46A7-BF0C-4AED06178344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8788B025-0212-4A49-889E-3632993CBA4D}" type="pres">
      <dgm:prSet presAssocID="{9B388BE6-2FFC-46A7-BF0C-4AED06178344}" presName="ConnectLine" presStyleLbl="dkBgShp" presStyleIdx="2" presStyleCnt="7"/>
      <dgm:spPr/>
    </dgm:pt>
    <dgm:pt modelId="{F4CE635A-D725-4D01-BBB3-F5B3D8E7BC33}" type="pres">
      <dgm:prSet presAssocID="{9B388BE6-2FFC-46A7-BF0C-4AED06178344}" presName="ConnectorPoint" presStyleCnt="0"/>
      <dgm:spPr/>
    </dgm:pt>
    <dgm:pt modelId="{0F3319BB-131C-4E36-9551-D4001C8855C9}" type="pres">
      <dgm:prSet presAssocID="{9B388BE6-2FFC-46A7-BF0C-4AED06178344}" presName="Bullet" presStyleLbl="lnNode1" presStyleIdx="0" presStyleCnt="5"/>
      <dgm:spPr/>
    </dgm:pt>
    <dgm:pt modelId="{493B6963-CBC2-4E4E-BC34-58F3CF97D7BB}" type="pres">
      <dgm:prSet presAssocID="{9B388BE6-2FFC-46A7-BF0C-4AED06178344}" presName="EmptyPlaceHolder" presStyleCnt="0"/>
      <dgm:spPr/>
    </dgm:pt>
    <dgm:pt modelId="{1486DF33-73E0-428E-9B0F-C08296CA5DA4}" type="pres">
      <dgm:prSet presAssocID="{24A79116-4291-43BB-9B53-89D6FEBFF5A0}" presName="spaceBetweenRectangles" presStyleCnt="0"/>
      <dgm:spPr/>
    </dgm:pt>
    <dgm:pt modelId="{1A166FF5-9CB2-4B21-934A-D8EA1472FD94}" type="pres">
      <dgm:prSet presAssocID="{8F8EDF16-02B1-4DEA-AFB7-FD23866B18A1}" presName="composite" presStyleCnt="0"/>
      <dgm:spPr/>
    </dgm:pt>
    <dgm:pt modelId="{02C4D32D-D4B5-4A88-84B7-B27C4D3531F3}" type="pres">
      <dgm:prSet presAssocID="{8F8EDF16-02B1-4DEA-AFB7-FD23866B18A1}" presName="DropPinPlaceHolder" presStyleCnt="0"/>
      <dgm:spPr/>
    </dgm:pt>
    <dgm:pt modelId="{3C8F1277-0430-4588-9038-03620E5A0C38}" type="pres">
      <dgm:prSet presAssocID="{8F8EDF16-02B1-4DEA-AFB7-FD23866B18A1}" presName="DropPin" presStyleLbl="alignNode1" presStyleIdx="1" presStyleCnt="5"/>
      <dgm:spPr/>
    </dgm:pt>
    <dgm:pt modelId="{FECFCA51-25BA-4057-B2FD-9184D7B01365}" type="pres">
      <dgm:prSet presAssocID="{8F8EDF16-02B1-4DEA-AFB7-FD23866B18A1}" presName="Ellipse" presStyleLbl="fgAcc1" presStyleIdx="1" presStyleCnt="5"/>
      <dgm:spPr/>
    </dgm:pt>
    <dgm:pt modelId="{69705E0B-493C-42DC-91A9-81E21DAD7E92}" type="pres">
      <dgm:prSet presAssocID="{8F8EDF16-02B1-4DEA-AFB7-FD23866B18A1}" presName="L2TextContainer" presStyleLbl="revTx" presStyleIdx="2" presStyleCnt="10">
        <dgm:presLayoutVars>
          <dgm:bulletEnabled val="1"/>
        </dgm:presLayoutVars>
      </dgm:prSet>
      <dgm:spPr/>
    </dgm:pt>
    <dgm:pt modelId="{ABC0F82A-8735-491A-8529-96CF1F62B2DB}" type="pres">
      <dgm:prSet presAssocID="{8F8EDF16-02B1-4DEA-AFB7-FD23866B18A1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E18D88DE-F82E-486F-BED0-2BC37009B26E}" type="pres">
      <dgm:prSet presAssocID="{8F8EDF16-02B1-4DEA-AFB7-FD23866B18A1}" presName="ConnectLine" presStyleLbl="dkBgShp" presStyleIdx="3" presStyleCnt="7"/>
      <dgm:spPr/>
    </dgm:pt>
    <dgm:pt modelId="{68B60099-6DE7-4B7E-9E19-90899E30C518}" type="pres">
      <dgm:prSet presAssocID="{8F8EDF16-02B1-4DEA-AFB7-FD23866B18A1}" presName="ConnectorPoint" presStyleCnt="0"/>
      <dgm:spPr/>
    </dgm:pt>
    <dgm:pt modelId="{73CC1F9E-B3C7-4174-87A1-EC67575A5B5C}" type="pres">
      <dgm:prSet presAssocID="{8F8EDF16-02B1-4DEA-AFB7-FD23866B18A1}" presName="Bullet" presStyleLbl="lnNode1" presStyleIdx="1" presStyleCnt="5"/>
      <dgm:spPr/>
    </dgm:pt>
    <dgm:pt modelId="{79F41CF4-DB76-474B-AD53-24C2A79A2F88}" type="pres">
      <dgm:prSet presAssocID="{8F8EDF16-02B1-4DEA-AFB7-FD23866B18A1}" presName="EmptyPlaceHolder" presStyleCnt="0"/>
      <dgm:spPr/>
    </dgm:pt>
    <dgm:pt modelId="{FC37700A-4768-4881-8764-90D95D5B7547}" type="pres">
      <dgm:prSet presAssocID="{7A34F56A-7BDB-4B8E-B67A-4C62C3D2740A}" presName="spaceBetweenRectangles" presStyleCnt="0"/>
      <dgm:spPr/>
    </dgm:pt>
    <dgm:pt modelId="{A2AB1419-C989-4F4D-9F84-6F31573AD6EE}" type="pres">
      <dgm:prSet presAssocID="{8E050C2D-9279-4260-A36B-7ADEC260462F}" presName="composite" presStyleCnt="0"/>
      <dgm:spPr/>
    </dgm:pt>
    <dgm:pt modelId="{B50E9C1B-CBE1-4B63-82C4-48293DC11F2E}" type="pres">
      <dgm:prSet presAssocID="{8E050C2D-9279-4260-A36B-7ADEC260462F}" presName="DropPinPlaceHolder" presStyleCnt="0"/>
      <dgm:spPr/>
    </dgm:pt>
    <dgm:pt modelId="{C53CC41B-026E-45F0-BD42-3D686AE21E63}" type="pres">
      <dgm:prSet presAssocID="{8E050C2D-9279-4260-A36B-7ADEC260462F}" presName="DropPin" presStyleLbl="alignNode1" presStyleIdx="2" presStyleCnt="5"/>
      <dgm:spPr/>
    </dgm:pt>
    <dgm:pt modelId="{127A4EC0-D25E-44DA-83A8-16C4A9B7C1B0}" type="pres">
      <dgm:prSet presAssocID="{8E050C2D-9279-4260-A36B-7ADEC260462F}" presName="Ellipse" presStyleLbl="fgAcc1" presStyleIdx="2" presStyleCnt="5"/>
      <dgm:spPr/>
    </dgm:pt>
    <dgm:pt modelId="{4894EE84-1176-43D4-8BBD-5279CE7065B2}" type="pres">
      <dgm:prSet presAssocID="{8E050C2D-9279-4260-A36B-7ADEC260462F}" presName="L2TextContainer" presStyleLbl="revTx" presStyleIdx="4" presStyleCnt="10">
        <dgm:presLayoutVars>
          <dgm:bulletEnabled val="1"/>
        </dgm:presLayoutVars>
      </dgm:prSet>
      <dgm:spPr/>
    </dgm:pt>
    <dgm:pt modelId="{E1534494-AD12-46C2-AA5B-BC738E723D87}" type="pres">
      <dgm:prSet presAssocID="{8E050C2D-9279-4260-A36B-7ADEC260462F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9F8EF6B6-79E3-427D-A5E6-71BC6F2B5F80}" type="pres">
      <dgm:prSet presAssocID="{8E050C2D-9279-4260-A36B-7ADEC260462F}" presName="ConnectLine" presStyleLbl="dkBgShp" presStyleIdx="4" presStyleCnt="7"/>
      <dgm:spPr/>
    </dgm:pt>
    <dgm:pt modelId="{AC37F3C4-EE4D-403F-8D27-BAA9B65357BC}" type="pres">
      <dgm:prSet presAssocID="{8E050C2D-9279-4260-A36B-7ADEC260462F}" presName="ConnectorPoint" presStyleCnt="0"/>
      <dgm:spPr/>
    </dgm:pt>
    <dgm:pt modelId="{0D6A3DCB-A050-4DD0-983A-6C891B62815C}" type="pres">
      <dgm:prSet presAssocID="{8E050C2D-9279-4260-A36B-7ADEC260462F}" presName="Bullet" presStyleLbl="lnNode1" presStyleIdx="2" presStyleCnt="5"/>
      <dgm:spPr/>
    </dgm:pt>
    <dgm:pt modelId="{7F95CF51-C381-4774-B778-D21BB3B9CF62}" type="pres">
      <dgm:prSet presAssocID="{8E050C2D-9279-4260-A36B-7ADEC260462F}" presName="EmptyPlaceHolder" presStyleCnt="0"/>
      <dgm:spPr/>
    </dgm:pt>
    <dgm:pt modelId="{68BF3666-273E-4954-A7B1-40F9EC551C1C}" type="pres">
      <dgm:prSet presAssocID="{6701F226-85D3-43D6-B0BC-87392B683FBB}" presName="spaceBetweenRectangles" presStyleCnt="0"/>
      <dgm:spPr/>
    </dgm:pt>
    <dgm:pt modelId="{E0945E9A-B480-483E-99B3-5E69AD5D0022}" type="pres">
      <dgm:prSet presAssocID="{BDA647AA-B93C-4BD1-AE85-F30DAADE54E5}" presName="composite" presStyleCnt="0"/>
      <dgm:spPr/>
    </dgm:pt>
    <dgm:pt modelId="{A62F7459-26EB-4AF2-A9BE-7B4E9F375E74}" type="pres">
      <dgm:prSet presAssocID="{BDA647AA-B93C-4BD1-AE85-F30DAADE54E5}" presName="DropPinPlaceHolder" presStyleCnt="0"/>
      <dgm:spPr/>
    </dgm:pt>
    <dgm:pt modelId="{ECD14497-E4A2-4D08-8A1E-9107AA27B05D}" type="pres">
      <dgm:prSet presAssocID="{BDA647AA-B93C-4BD1-AE85-F30DAADE54E5}" presName="DropPin" presStyleLbl="alignNode1" presStyleIdx="3" presStyleCnt="5"/>
      <dgm:spPr/>
    </dgm:pt>
    <dgm:pt modelId="{5405473A-0FDB-4ACF-9E21-C537F863733F}" type="pres">
      <dgm:prSet presAssocID="{BDA647AA-B93C-4BD1-AE85-F30DAADE54E5}" presName="Ellipse" presStyleLbl="fgAcc1" presStyleIdx="3" presStyleCnt="5"/>
      <dgm:spPr/>
    </dgm:pt>
    <dgm:pt modelId="{6EBE8BCF-E475-4B69-8756-D46568A4468F}" type="pres">
      <dgm:prSet presAssocID="{BDA647AA-B93C-4BD1-AE85-F30DAADE54E5}" presName="L2TextContainer" presStyleLbl="revTx" presStyleIdx="6" presStyleCnt="10">
        <dgm:presLayoutVars>
          <dgm:bulletEnabled val="1"/>
        </dgm:presLayoutVars>
      </dgm:prSet>
      <dgm:spPr/>
    </dgm:pt>
    <dgm:pt modelId="{2A46A54B-5DAE-4B5E-87DF-4345EB6BC832}" type="pres">
      <dgm:prSet presAssocID="{BDA647AA-B93C-4BD1-AE85-F30DAADE54E5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5852AA7D-5141-48CB-8FF2-433671362432}" type="pres">
      <dgm:prSet presAssocID="{BDA647AA-B93C-4BD1-AE85-F30DAADE54E5}" presName="ConnectLine" presStyleLbl="dkBgShp" presStyleIdx="5" presStyleCnt="7"/>
      <dgm:spPr/>
    </dgm:pt>
    <dgm:pt modelId="{7F1E419D-845A-4797-8ADB-5074304DA503}" type="pres">
      <dgm:prSet presAssocID="{BDA647AA-B93C-4BD1-AE85-F30DAADE54E5}" presName="ConnectorPoint" presStyleCnt="0"/>
      <dgm:spPr/>
    </dgm:pt>
    <dgm:pt modelId="{B1F35C92-BA85-40A2-B91A-08CE46226F11}" type="pres">
      <dgm:prSet presAssocID="{BDA647AA-B93C-4BD1-AE85-F30DAADE54E5}" presName="Bullet" presStyleLbl="lnNode1" presStyleIdx="3" presStyleCnt="5"/>
      <dgm:spPr/>
    </dgm:pt>
    <dgm:pt modelId="{DEEB39E8-BCDB-439D-9C39-14BC290527F2}" type="pres">
      <dgm:prSet presAssocID="{BDA647AA-B93C-4BD1-AE85-F30DAADE54E5}" presName="EmptyPlaceHolder" presStyleCnt="0"/>
      <dgm:spPr/>
    </dgm:pt>
    <dgm:pt modelId="{C94B12BA-F22B-453E-B938-127FAFB554AF}" type="pres">
      <dgm:prSet presAssocID="{B22D86B5-7272-4317-BAAC-DD7BBADB0C67}" presName="spaceBetweenRectangles" presStyleCnt="0"/>
      <dgm:spPr/>
    </dgm:pt>
    <dgm:pt modelId="{DE21AFE3-0576-44DA-9259-74705C73800A}" type="pres">
      <dgm:prSet presAssocID="{407504B4-C549-46EF-9D4C-9D3371C8EFF2}" presName="composite" presStyleCnt="0"/>
      <dgm:spPr/>
    </dgm:pt>
    <dgm:pt modelId="{43C77BF9-1A38-4204-8925-C3BEA3BB2D78}" type="pres">
      <dgm:prSet presAssocID="{407504B4-C549-46EF-9D4C-9D3371C8EFF2}" presName="DropPinPlaceHolder" presStyleCnt="0"/>
      <dgm:spPr/>
    </dgm:pt>
    <dgm:pt modelId="{AA266854-70F5-44A7-9F62-B2F3BA8E53FC}" type="pres">
      <dgm:prSet presAssocID="{407504B4-C549-46EF-9D4C-9D3371C8EFF2}" presName="DropPin" presStyleLbl="alignNode1" presStyleIdx="4" presStyleCnt="5"/>
      <dgm:spPr/>
    </dgm:pt>
    <dgm:pt modelId="{2971C8BD-6981-4111-A772-E8BF8D346459}" type="pres">
      <dgm:prSet presAssocID="{407504B4-C549-46EF-9D4C-9D3371C8EFF2}" presName="Ellipse" presStyleLbl="fgAcc1" presStyleIdx="4" presStyleCnt="5"/>
      <dgm:spPr/>
    </dgm:pt>
    <dgm:pt modelId="{FAF9B0A5-BF86-46AE-988D-70576B33F103}" type="pres">
      <dgm:prSet presAssocID="{407504B4-C549-46EF-9D4C-9D3371C8EFF2}" presName="L2TextContainer" presStyleLbl="revTx" presStyleIdx="8" presStyleCnt="10">
        <dgm:presLayoutVars>
          <dgm:bulletEnabled val="1"/>
        </dgm:presLayoutVars>
      </dgm:prSet>
      <dgm:spPr/>
    </dgm:pt>
    <dgm:pt modelId="{F4FBB906-5F6E-4906-ACE6-8763AD23D807}" type="pres">
      <dgm:prSet presAssocID="{407504B4-C549-46EF-9D4C-9D3371C8EFF2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645072E3-15FC-4FED-B290-1745963E425C}" type="pres">
      <dgm:prSet presAssocID="{407504B4-C549-46EF-9D4C-9D3371C8EFF2}" presName="ConnectLine" presStyleLbl="dkBgShp" presStyleIdx="6" presStyleCnt="7"/>
      <dgm:spPr/>
    </dgm:pt>
    <dgm:pt modelId="{5F36C386-414C-4A79-90F9-B7A6B2CB7DCB}" type="pres">
      <dgm:prSet presAssocID="{407504B4-C549-46EF-9D4C-9D3371C8EFF2}" presName="ConnectorPoint" presStyleCnt="0"/>
      <dgm:spPr/>
    </dgm:pt>
    <dgm:pt modelId="{1E84AD6D-D365-4498-A32C-460D7C2CDB1F}" type="pres">
      <dgm:prSet presAssocID="{407504B4-C549-46EF-9D4C-9D3371C8EFF2}" presName="Bullet" presStyleLbl="lnNode1" presStyleIdx="4" presStyleCnt="5"/>
      <dgm:spPr/>
    </dgm:pt>
    <dgm:pt modelId="{D7FCEC71-23CB-4951-899F-C1F190A8A964}" type="pres">
      <dgm:prSet presAssocID="{407504B4-C549-46EF-9D4C-9D3371C8EFF2}" presName="EmptyPlaceHolder" presStyleCnt="0"/>
      <dgm:spPr/>
    </dgm:pt>
  </dgm:ptLst>
  <dgm:cxnLst>
    <dgm:cxn modelId="{14AFCC0A-7DF7-43D7-9940-9BD705959823}" type="presOf" srcId="{BDA647AA-B93C-4BD1-AE85-F30DAADE54E5}" destId="{2A46A54B-5DAE-4B5E-87DF-4345EB6BC832}" srcOrd="0" destOrd="0" presId="urn:microsoft.com/office/officeart/2024/layout/BulletTimeline"/>
    <dgm:cxn modelId="{A8362418-CFE1-417D-8027-AAABBDD2C5EF}" srcId="{9B7D0E0D-FA86-44D7-94C4-12739625DD2C}" destId="{8F8EDF16-02B1-4DEA-AFB7-FD23866B18A1}" srcOrd="1" destOrd="0" parTransId="{83D3A70C-DB64-46E6-B29E-1D7B5A226388}" sibTransId="{7A34F56A-7BDB-4B8E-B67A-4C62C3D2740A}"/>
    <dgm:cxn modelId="{4C134F1E-A4B7-4810-B63A-90AE629A7A57}" srcId="{9B7D0E0D-FA86-44D7-94C4-12739625DD2C}" destId="{8E050C2D-9279-4260-A36B-7ADEC260462F}" srcOrd="2" destOrd="0" parTransId="{13FB45D4-1C8B-47E7-9AC8-A81CC316D6A9}" sibTransId="{6701F226-85D3-43D6-B0BC-87392B683FBB}"/>
    <dgm:cxn modelId="{CF47B734-6252-47C6-800E-556935F8AAB2}" type="presOf" srcId="{9B7D0E0D-FA86-44D7-94C4-12739625DD2C}" destId="{2241F755-8521-4EE5-AA74-6CF73EA20C04}" srcOrd="0" destOrd="0" presId="urn:microsoft.com/office/officeart/2024/layout/BulletTimeline"/>
    <dgm:cxn modelId="{1683743C-A2C0-48AF-8F01-1277EFBBCC2D}" type="presOf" srcId="{9B388BE6-2FFC-46A7-BF0C-4AED06178344}" destId="{4EFDD9C3-FEFA-41C8-A9F3-FABC71F42D99}" srcOrd="0" destOrd="0" presId="urn:microsoft.com/office/officeart/2024/layout/BulletTimeline"/>
    <dgm:cxn modelId="{884AC68F-C435-4A18-8DAB-3942608F4721}" type="presOf" srcId="{8F8EDF16-02B1-4DEA-AFB7-FD23866B18A1}" destId="{ABC0F82A-8735-491A-8529-96CF1F62B2DB}" srcOrd="0" destOrd="0" presId="urn:microsoft.com/office/officeart/2024/layout/BulletTimeline"/>
    <dgm:cxn modelId="{36C2E293-E25F-4069-B0F6-5610E659688F}" srcId="{9B7D0E0D-FA86-44D7-94C4-12739625DD2C}" destId="{BDA647AA-B93C-4BD1-AE85-F30DAADE54E5}" srcOrd="3" destOrd="0" parTransId="{4A51E82D-F88E-4DF4-843F-5F7E99D40A2B}" sibTransId="{B22D86B5-7272-4317-BAAC-DD7BBADB0C67}"/>
    <dgm:cxn modelId="{0BB40D96-2CAC-4ABC-9E54-6972B117B288}" type="presOf" srcId="{8E050C2D-9279-4260-A36B-7ADEC260462F}" destId="{E1534494-AD12-46C2-AA5B-BC738E723D87}" srcOrd="0" destOrd="0" presId="urn:microsoft.com/office/officeart/2024/layout/BulletTimeline"/>
    <dgm:cxn modelId="{8BA51AD9-3E30-48FA-B169-A25A6652689B}" srcId="{9B7D0E0D-FA86-44D7-94C4-12739625DD2C}" destId="{9B388BE6-2FFC-46A7-BF0C-4AED06178344}" srcOrd="0" destOrd="0" parTransId="{AB700CAB-D5A4-45E1-92F5-776313F84111}" sibTransId="{24A79116-4291-43BB-9B53-89D6FEBFF5A0}"/>
    <dgm:cxn modelId="{C382C4DC-F812-4D55-B113-9E1866EEE2F6}" srcId="{9B7D0E0D-FA86-44D7-94C4-12739625DD2C}" destId="{407504B4-C549-46EF-9D4C-9D3371C8EFF2}" srcOrd="4" destOrd="0" parTransId="{57980F28-0E36-44F4-8D33-54EEA6528D39}" sibTransId="{F81B6805-77EC-4AEF-AB4B-4499B8F4CAFD}"/>
    <dgm:cxn modelId="{FEE1A8DE-7BBB-42B0-87C7-25F6C4C1A98A}" type="presOf" srcId="{407504B4-C549-46EF-9D4C-9D3371C8EFF2}" destId="{F4FBB906-5F6E-4906-ACE6-8763AD23D807}" srcOrd="0" destOrd="0" presId="urn:microsoft.com/office/officeart/2024/layout/BulletTimeline"/>
    <dgm:cxn modelId="{A14AB072-63C8-48C0-B5C0-A3CFD9754372}" type="presParOf" srcId="{2241F755-8521-4EE5-AA74-6CF73EA20C04}" destId="{3969D4D5-A0DF-404E-BC1A-B037D9883BF3}" srcOrd="0" destOrd="0" presId="urn:microsoft.com/office/officeart/2024/layout/BulletTimeline"/>
    <dgm:cxn modelId="{1D5A1DC9-2F9C-4B23-825C-735BFDD92756}" type="presParOf" srcId="{3969D4D5-A0DF-404E-BC1A-B037D9883BF3}" destId="{789E6CEE-C876-4AE2-9660-F5D3BB827594}" srcOrd="0" destOrd="0" presId="urn:microsoft.com/office/officeart/2024/layout/BulletTimeline"/>
    <dgm:cxn modelId="{19211F0F-889B-4CE3-AF51-5F3E1366427B}" type="presParOf" srcId="{3969D4D5-A0DF-404E-BC1A-B037D9883BF3}" destId="{8E930E60-3A50-4A2B-8273-B32AE13C773F}" srcOrd="1" destOrd="0" presId="urn:microsoft.com/office/officeart/2024/layout/BulletTimeline"/>
    <dgm:cxn modelId="{44813EF1-0575-4ED5-B3A3-8D7505151932}" type="presParOf" srcId="{2241F755-8521-4EE5-AA74-6CF73EA20C04}" destId="{846A5C9D-9763-4F42-A199-675A9AA73949}" srcOrd="1" destOrd="0" presId="urn:microsoft.com/office/officeart/2024/layout/BulletTimeline"/>
    <dgm:cxn modelId="{5504670B-D9D4-4C21-9FEC-02D818E95D49}" type="presParOf" srcId="{846A5C9D-9763-4F42-A199-675A9AA73949}" destId="{5B3EEC34-F34D-499D-BBA5-EF063D454125}" srcOrd="0" destOrd="0" presId="urn:microsoft.com/office/officeart/2024/layout/BulletTimeline"/>
    <dgm:cxn modelId="{DAF0E3AA-E7FC-4E13-A092-151AE3DFECAD}" type="presParOf" srcId="{5B3EEC34-F34D-499D-BBA5-EF063D454125}" destId="{A69820E0-BE3F-429D-BF15-035F3F2E6EAB}" srcOrd="0" destOrd="0" presId="urn:microsoft.com/office/officeart/2024/layout/BulletTimeline"/>
    <dgm:cxn modelId="{044BD567-4859-4BDF-A19F-9257BB568AB9}" type="presParOf" srcId="{A69820E0-BE3F-429D-BF15-035F3F2E6EAB}" destId="{56C3891B-AC7D-4370-BCCF-388380244AB9}" srcOrd="0" destOrd="0" presId="urn:microsoft.com/office/officeart/2024/layout/BulletTimeline"/>
    <dgm:cxn modelId="{7CC231C6-2BBE-454B-BFAB-12EC1FD68B82}" type="presParOf" srcId="{A69820E0-BE3F-429D-BF15-035F3F2E6EAB}" destId="{F6B1C1A9-C83E-4747-BB97-34A52574B714}" srcOrd="1" destOrd="0" presId="urn:microsoft.com/office/officeart/2024/layout/BulletTimeline"/>
    <dgm:cxn modelId="{075FAFAF-AD61-4FE6-A9A6-3C901683C5E2}" type="presParOf" srcId="{5B3EEC34-F34D-499D-BBA5-EF063D454125}" destId="{560B6DE0-0D7A-4ECA-98A1-1ACBE2B964B3}" srcOrd="1" destOrd="0" presId="urn:microsoft.com/office/officeart/2024/layout/BulletTimeline"/>
    <dgm:cxn modelId="{6AA3786D-282E-4236-884B-013792838457}" type="presParOf" srcId="{5B3EEC34-F34D-499D-BBA5-EF063D454125}" destId="{4EFDD9C3-FEFA-41C8-A9F3-FABC71F42D99}" srcOrd="2" destOrd="0" presId="urn:microsoft.com/office/officeart/2024/layout/BulletTimeline"/>
    <dgm:cxn modelId="{14CA03EF-3C25-48C7-9B1D-A3E04B8C3326}" type="presParOf" srcId="{5B3EEC34-F34D-499D-BBA5-EF063D454125}" destId="{8788B025-0212-4A49-889E-3632993CBA4D}" srcOrd="3" destOrd="0" presId="urn:microsoft.com/office/officeart/2024/layout/BulletTimeline"/>
    <dgm:cxn modelId="{BE33148D-90B0-4E86-B8A8-378CFBB9299F}" type="presParOf" srcId="{5B3EEC34-F34D-499D-BBA5-EF063D454125}" destId="{F4CE635A-D725-4D01-BBB3-F5B3D8E7BC33}" srcOrd="4" destOrd="0" presId="urn:microsoft.com/office/officeart/2024/layout/BulletTimeline"/>
    <dgm:cxn modelId="{373C176E-3584-427E-A8D5-DE13E03E4469}" type="presParOf" srcId="{F4CE635A-D725-4D01-BBB3-F5B3D8E7BC33}" destId="{0F3319BB-131C-4E36-9551-D4001C8855C9}" srcOrd="0" destOrd="0" presId="urn:microsoft.com/office/officeart/2024/layout/BulletTimeline"/>
    <dgm:cxn modelId="{87736B68-3F5C-4E2D-9A82-658DDEC55D12}" type="presParOf" srcId="{5B3EEC34-F34D-499D-BBA5-EF063D454125}" destId="{493B6963-CBC2-4E4E-BC34-58F3CF97D7BB}" srcOrd="5" destOrd="0" presId="urn:microsoft.com/office/officeart/2024/layout/BulletTimeline"/>
    <dgm:cxn modelId="{12F0C424-27C4-4157-BC57-9726A4D391C4}" type="presParOf" srcId="{846A5C9D-9763-4F42-A199-675A9AA73949}" destId="{1486DF33-73E0-428E-9B0F-C08296CA5DA4}" srcOrd="1" destOrd="0" presId="urn:microsoft.com/office/officeart/2024/layout/BulletTimeline"/>
    <dgm:cxn modelId="{6ED3639F-2225-4C9B-8D61-1D0662E8A908}" type="presParOf" srcId="{846A5C9D-9763-4F42-A199-675A9AA73949}" destId="{1A166FF5-9CB2-4B21-934A-D8EA1472FD94}" srcOrd="2" destOrd="0" presId="urn:microsoft.com/office/officeart/2024/layout/BulletTimeline"/>
    <dgm:cxn modelId="{51AA042D-CCDB-4FA9-BD5A-6AFEBB2481FE}" type="presParOf" srcId="{1A166FF5-9CB2-4B21-934A-D8EA1472FD94}" destId="{02C4D32D-D4B5-4A88-84B7-B27C4D3531F3}" srcOrd="0" destOrd="0" presId="urn:microsoft.com/office/officeart/2024/layout/BulletTimeline"/>
    <dgm:cxn modelId="{E12A624C-6990-4BD1-8A2A-8AC15F2797AB}" type="presParOf" srcId="{02C4D32D-D4B5-4A88-84B7-B27C4D3531F3}" destId="{3C8F1277-0430-4588-9038-03620E5A0C38}" srcOrd="0" destOrd="0" presId="urn:microsoft.com/office/officeart/2024/layout/BulletTimeline"/>
    <dgm:cxn modelId="{BE6D9486-D194-45DB-B316-61CE6CD7AF77}" type="presParOf" srcId="{02C4D32D-D4B5-4A88-84B7-B27C4D3531F3}" destId="{FECFCA51-25BA-4057-B2FD-9184D7B01365}" srcOrd="1" destOrd="0" presId="urn:microsoft.com/office/officeart/2024/layout/BulletTimeline"/>
    <dgm:cxn modelId="{B100606E-83BE-4AFF-A1F2-FA9F8B435026}" type="presParOf" srcId="{1A166FF5-9CB2-4B21-934A-D8EA1472FD94}" destId="{69705E0B-493C-42DC-91A9-81E21DAD7E92}" srcOrd="1" destOrd="0" presId="urn:microsoft.com/office/officeart/2024/layout/BulletTimeline"/>
    <dgm:cxn modelId="{B9846A9B-32A4-4D8B-BE5D-FD86DC3121A8}" type="presParOf" srcId="{1A166FF5-9CB2-4B21-934A-D8EA1472FD94}" destId="{ABC0F82A-8735-491A-8529-96CF1F62B2DB}" srcOrd="2" destOrd="0" presId="urn:microsoft.com/office/officeart/2024/layout/BulletTimeline"/>
    <dgm:cxn modelId="{CBBC327E-A1B1-4AA9-8B43-8E4209A37B2D}" type="presParOf" srcId="{1A166FF5-9CB2-4B21-934A-D8EA1472FD94}" destId="{E18D88DE-F82E-486F-BED0-2BC37009B26E}" srcOrd="3" destOrd="0" presId="urn:microsoft.com/office/officeart/2024/layout/BulletTimeline"/>
    <dgm:cxn modelId="{7EC6CD58-195F-47B8-83EC-96400DF75DE1}" type="presParOf" srcId="{1A166FF5-9CB2-4B21-934A-D8EA1472FD94}" destId="{68B60099-6DE7-4B7E-9E19-90899E30C518}" srcOrd="4" destOrd="0" presId="urn:microsoft.com/office/officeart/2024/layout/BulletTimeline"/>
    <dgm:cxn modelId="{8BF8F9C6-ECAC-437B-A0B7-67895BE22D99}" type="presParOf" srcId="{68B60099-6DE7-4B7E-9E19-90899E30C518}" destId="{73CC1F9E-B3C7-4174-87A1-EC67575A5B5C}" srcOrd="0" destOrd="0" presId="urn:microsoft.com/office/officeart/2024/layout/BulletTimeline"/>
    <dgm:cxn modelId="{F6CC8BDF-4F5A-4154-A688-8260165824F7}" type="presParOf" srcId="{1A166FF5-9CB2-4B21-934A-D8EA1472FD94}" destId="{79F41CF4-DB76-474B-AD53-24C2A79A2F88}" srcOrd="5" destOrd="0" presId="urn:microsoft.com/office/officeart/2024/layout/BulletTimeline"/>
    <dgm:cxn modelId="{9DA8EF5B-A27D-4EFE-95C0-88A628654649}" type="presParOf" srcId="{846A5C9D-9763-4F42-A199-675A9AA73949}" destId="{FC37700A-4768-4881-8764-90D95D5B7547}" srcOrd="3" destOrd="0" presId="urn:microsoft.com/office/officeart/2024/layout/BulletTimeline"/>
    <dgm:cxn modelId="{B1B6D449-5E77-4E1B-8F5D-9A1CF3BE2D84}" type="presParOf" srcId="{846A5C9D-9763-4F42-A199-675A9AA73949}" destId="{A2AB1419-C989-4F4D-9F84-6F31573AD6EE}" srcOrd="4" destOrd="0" presId="urn:microsoft.com/office/officeart/2024/layout/BulletTimeline"/>
    <dgm:cxn modelId="{19531CDB-E57E-4B7B-BCB7-DACC932668A0}" type="presParOf" srcId="{A2AB1419-C989-4F4D-9F84-6F31573AD6EE}" destId="{B50E9C1B-CBE1-4B63-82C4-48293DC11F2E}" srcOrd="0" destOrd="0" presId="urn:microsoft.com/office/officeart/2024/layout/BulletTimeline"/>
    <dgm:cxn modelId="{2C2D10A8-7713-4915-8EAB-9C1F8FE91A87}" type="presParOf" srcId="{B50E9C1B-CBE1-4B63-82C4-48293DC11F2E}" destId="{C53CC41B-026E-45F0-BD42-3D686AE21E63}" srcOrd="0" destOrd="0" presId="urn:microsoft.com/office/officeart/2024/layout/BulletTimeline"/>
    <dgm:cxn modelId="{87A53924-0DE5-44C1-B444-A5E169805ABD}" type="presParOf" srcId="{B50E9C1B-CBE1-4B63-82C4-48293DC11F2E}" destId="{127A4EC0-D25E-44DA-83A8-16C4A9B7C1B0}" srcOrd="1" destOrd="0" presId="urn:microsoft.com/office/officeart/2024/layout/BulletTimeline"/>
    <dgm:cxn modelId="{F794C850-53D4-447A-A3E1-1221B482967B}" type="presParOf" srcId="{A2AB1419-C989-4F4D-9F84-6F31573AD6EE}" destId="{4894EE84-1176-43D4-8BBD-5279CE7065B2}" srcOrd="1" destOrd="0" presId="urn:microsoft.com/office/officeart/2024/layout/BulletTimeline"/>
    <dgm:cxn modelId="{A8866CA1-9C90-4827-92E8-83D0B944FE12}" type="presParOf" srcId="{A2AB1419-C989-4F4D-9F84-6F31573AD6EE}" destId="{E1534494-AD12-46C2-AA5B-BC738E723D87}" srcOrd="2" destOrd="0" presId="urn:microsoft.com/office/officeart/2024/layout/BulletTimeline"/>
    <dgm:cxn modelId="{74A1C56C-D40B-4DA5-B756-7B2780D9396C}" type="presParOf" srcId="{A2AB1419-C989-4F4D-9F84-6F31573AD6EE}" destId="{9F8EF6B6-79E3-427D-A5E6-71BC6F2B5F80}" srcOrd="3" destOrd="0" presId="urn:microsoft.com/office/officeart/2024/layout/BulletTimeline"/>
    <dgm:cxn modelId="{5297281F-D050-4EC4-A76B-AFFC3EDF6951}" type="presParOf" srcId="{A2AB1419-C989-4F4D-9F84-6F31573AD6EE}" destId="{AC37F3C4-EE4D-403F-8D27-BAA9B65357BC}" srcOrd="4" destOrd="0" presId="urn:microsoft.com/office/officeart/2024/layout/BulletTimeline"/>
    <dgm:cxn modelId="{894D02FB-B5C0-4534-BA66-BB2ECBCB1560}" type="presParOf" srcId="{AC37F3C4-EE4D-403F-8D27-BAA9B65357BC}" destId="{0D6A3DCB-A050-4DD0-983A-6C891B62815C}" srcOrd="0" destOrd="0" presId="urn:microsoft.com/office/officeart/2024/layout/BulletTimeline"/>
    <dgm:cxn modelId="{13386507-6128-4188-BF54-B83579784224}" type="presParOf" srcId="{A2AB1419-C989-4F4D-9F84-6F31573AD6EE}" destId="{7F95CF51-C381-4774-B778-D21BB3B9CF62}" srcOrd="5" destOrd="0" presId="urn:microsoft.com/office/officeart/2024/layout/BulletTimeline"/>
    <dgm:cxn modelId="{F8C76894-ADE5-45D1-91BC-84373EF7F9DD}" type="presParOf" srcId="{846A5C9D-9763-4F42-A199-675A9AA73949}" destId="{68BF3666-273E-4954-A7B1-40F9EC551C1C}" srcOrd="5" destOrd="0" presId="urn:microsoft.com/office/officeart/2024/layout/BulletTimeline"/>
    <dgm:cxn modelId="{9DD03B25-4941-48B9-A89A-9211A97F9E2E}" type="presParOf" srcId="{846A5C9D-9763-4F42-A199-675A9AA73949}" destId="{E0945E9A-B480-483E-99B3-5E69AD5D0022}" srcOrd="6" destOrd="0" presId="urn:microsoft.com/office/officeart/2024/layout/BulletTimeline"/>
    <dgm:cxn modelId="{33682523-58BF-4C01-8772-0D3DFD25BA11}" type="presParOf" srcId="{E0945E9A-B480-483E-99B3-5E69AD5D0022}" destId="{A62F7459-26EB-4AF2-A9BE-7B4E9F375E74}" srcOrd="0" destOrd="0" presId="urn:microsoft.com/office/officeart/2024/layout/BulletTimeline"/>
    <dgm:cxn modelId="{7AA87FD3-4AF8-4346-B098-348F7FC96859}" type="presParOf" srcId="{A62F7459-26EB-4AF2-A9BE-7B4E9F375E74}" destId="{ECD14497-E4A2-4D08-8A1E-9107AA27B05D}" srcOrd="0" destOrd="0" presId="urn:microsoft.com/office/officeart/2024/layout/BulletTimeline"/>
    <dgm:cxn modelId="{AC5433C3-6258-436F-87BE-24C579CBE19C}" type="presParOf" srcId="{A62F7459-26EB-4AF2-A9BE-7B4E9F375E74}" destId="{5405473A-0FDB-4ACF-9E21-C537F863733F}" srcOrd="1" destOrd="0" presId="urn:microsoft.com/office/officeart/2024/layout/BulletTimeline"/>
    <dgm:cxn modelId="{D59F53F0-BBF1-4B4B-88C6-31C37FD2B118}" type="presParOf" srcId="{E0945E9A-B480-483E-99B3-5E69AD5D0022}" destId="{6EBE8BCF-E475-4B69-8756-D46568A4468F}" srcOrd="1" destOrd="0" presId="urn:microsoft.com/office/officeart/2024/layout/BulletTimeline"/>
    <dgm:cxn modelId="{56743079-172E-403F-92C4-812C2F962271}" type="presParOf" srcId="{E0945E9A-B480-483E-99B3-5E69AD5D0022}" destId="{2A46A54B-5DAE-4B5E-87DF-4345EB6BC832}" srcOrd="2" destOrd="0" presId="urn:microsoft.com/office/officeart/2024/layout/BulletTimeline"/>
    <dgm:cxn modelId="{7B5CBB6B-A7C4-47BF-BCA4-F6E5109D3912}" type="presParOf" srcId="{E0945E9A-B480-483E-99B3-5E69AD5D0022}" destId="{5852AA7D-5141-48CB-8FF2-433671362432}" srcOrd="3" destOrd="0" presId="urn:microsoft.com/office/officeart/2024/layout/BulletTimeline"/>
    <dgm:cxn modelId="{4C9D7D5C-7097-46CC-9B76-D38DB094C57E}" type="presParOf" srcId="{E0945E9A-B480-483E-99B3-5E69AD5D0022}" destId="{7F1E419D-845A-4797-8ADB-5074304DA503}" srcOrd="4" destOrd="0" presId="urn:microsoft.com/office/officeart/2024/layout/BulletTimeline"/>
    <dgm:cxn modelId="{6D983CD4-0B52-4EC0-B913-2418E6D91F88}" type="presParOf" srcId="{7F1E419D-845A-4797-8ADB-5074304DA503}" destId="{B1F35C92-BA85-40A2-B91A-08CE46226F11}" srcOrd="0" destOrd="0" presId="urn:microsoft.com/office/officeart/2024/layout/BulletTimeline"/>
    <dgm:cxn modelId="{9A74F9E7-50B0-40D5-9AF0-9A7C2F2D0AD2}" type="presParOf" srcId="{E0945E9A-B480-483E-99B3-5E69AD5D0022}" destId="{DEEB39E8-BCDB-439D-9C39-14BC290527F2}" srcOrd="5" destOrd="0" presId="urn:microsoft.com/office/officeart/2024/layout/BulletTimeline"/>
    <dgm:cxn modelId="{3375503B-C5C7-4EC3-9EC4-9590A033B901}" type="presParOf" srcId="{846A5C9D-9763-4F42-A199-675A9AA73949}" destId="{C94B12BA-F22B-453E-B938-127FAFB554AF}" srcOrd="7" destOrd="0" presId="urn:microsoft.com/office/officeart/2024/layout/BulletTimeline"/>
    <dgm:cxn modelId="{AC0EF3B8-BC7D-4AC7-9B31-966F3986B404}" type="presParOf" srcId="{846A5C9D-9763-4F42-A199-675A9AA73949}" destId="{DE21AFE3-0576-44DA-9259-74705C73800A}" srcOrd="8" destOrd="0" presId="urn:microsoft.com/office/officeart/2024/layout/BulletTimeline"/>
    <dgm:cxn modelId="{1B90A89E-2CEB-4015-94C7-18DE4754856D}" type="presParOf" srcId="{DE21AFE3-0576-44DA-9259-74705C73800A}" destId="{43C77BF9-1A38-4204-8925-C3BEA3BB2D78}" srcOrd="0" destOrd="0" presId="urn:microsoft.com/office/officeart/2024/layout/BulletTimeline"/>
    <dgm:cxn modelId="{F1D6D214-ACCB-4F31-84A7-0DC73E5AB071}" type="presParOf" srcId="{43C77BF9-1A38-4204-8925-C3BEA3BB2D78}" destId="{AA266854-70F5-44A7-9F62-B2F3BA8E53FC}" srcOrd="0" destOrd="0" presId="urn:microsoft.com/office/officeart/2024/layout/BulletTimeline"/>
    <dgm:cxn modelId="{B37E2162-AB11-43F8-933C-7543DC91CE11}" type="presParOf" srcId="{43C77BF9-1A38-4204-8925-C3BEA3BB2D78}" destId="{2971C8BD-6981-4111-A772-E8BF8D346459}" srcOrd="1" destOrd="0" presId="urn:microsoft.com/office/officeart/2024/layout/BulletTimeline"/>
    <dgm:cxn modelId="{BCD9F398-C5C1-4420-8A48-96F72E76E712}" type="presParOf" srcId="{DE21AFE3-0576-44DA-9259-74705C73800A}" destId="{FAF9B0A5-BF86-46AE-988D-70576B33F103}" srcOrd="1" destOrd="0" presId="urn:microsoft.com/office/officeart/2024/layout/BulletTimeline"/>
    <dgm:cxn modelId="{ED64E6C3-3394-43CD-9C36-9722E3450F82}" type="presParOf" srcId="{DE21AFE3-0576-44DA-9259-74705C73800A}" destId="{F4FBB906-5F6E-4906-ACE6-8763AD23D807}" srcOrd="2" destOrd="0" presId="urn:microsoft.com/office/officeart/2024/layout/BulletTimeline"/>
    <dgm:cxn modelId="{404B1CD9-964C-41E9-8865-DB2F1AF1843A}" type="presParOf" srcId="{DE21AFE3-0576-44DA-9259-74705C73800A}" destId="{645072E3-15FC-4FED-B290-1745963E425C}" srcOrd="3" destOrd="0" presId="urn:microsoft.com/office/officeart/2024/layout/BulletTimeline"/>
    <dgm:cxn modelId="{1FAF3653-C125-48C0-9410-7B6F1D84BAEC}" type="presParOf" srcId="{DE21AFE3-0576-44DA-9259-74705C73800A}" destId="{5F36C386-414C-4A79-90F9-B7A6B2CB7DCB}" srcOrd="4" destOrd="0" presId="urn:microsoft.com/office/officeart/2024/layout/BulletTimeline"/>
    <dgm:cxn modelId="{1B689000-FE65-42A7-A73E-1B9418CA65B7}" type="presParOf" srcId="{5F36C386-414C-4A79-90F9-B7A6B2CB7DCB}" destId="{1E84AD6D-D365-4498-A32C-460D7C2CDB1F}" srcOrd="0" destOrd="0" presId="urn:microsoft.com/office/officeart/2024/layout/BulletTimeline"/>
    <dgm:cxn modelId="{82B9D9DE-B51B-4835-89B3-7D3A7BE866AE}" type="presParOf" srcId="{DE21AFE3-0576-44DA-9259-74705C73800A}" destId="{D7FCEC71-23CB-4951-899F-C1F190A8A964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BD596BC-C914-4924-BB44-B0AEE00B9F86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3" csCatId="accent1"/>
      <dgm:spPr/>
      <dgm:t>
        <a:bodyPr/>
        <a:lstStyle/>
        <a:p>
          <a:endParaRPr lang="fr-FR"/>
        </a:p>
      </dgm:t>
    </dgm:pt>
    <dgm:pt modelId="{60A71A03-15DD-4485-88AF-BFF8951B7080}">
      <dgm:prSet custT="1"/>
      <dgm:spPr/>
      <dgm:t>
        <a:bodyPr/>
        <a:lstStyle/>
        <a:p>
          <a:r>
            <a:rPr lang="fr-FR" sz="1050" b="0" i="0" dirty="0"/>
            <a:t>Bundle sérialisé (</a:t>
          </a:r>
          <a:r>
            <a:rPr lang="fr-FR" sz="1050" b="0" i="0" dirty="0" err="1"/>
            <a:t>joblib</a:t>
          </a:r>
          <a:r>
            <a:rPr lang="fr-FR" sz="1050" b="0" i="0"/>
            <a:t>) : Pipeline + features + seuil + catalogue + métadonnées.</a:t>
          </a:r>
          <a:endParaRPr lang="fr-FR" sz="1050" dirty="0"/>
        </a:p>
      </dgm:t>
    </dgm:pt>
    <dgm:pt modelId="{A5BC6EC8-8C8C-4BA2-9899-EA66C4DBD87D}" type="parTrans" cxnId="{22D9427D-0BAB-4521-B834-95278AC62662}">
      <dgm:prSet/>
      <dgm:spPr/>
      <dgm:t>
        <a:bodyPr/>
        <a:lstStyle/>
        <a:p>
          <a:endParaRPr lang="fr-FR" sz="1050"/>
        </a:p>
      </dgm:t>
    </dgm:pt>
    <dgm:pt modelId="{AFBD8BE8-E63A-4C89-99AB-D66248AC0A14}" type="sibTrans" cxnId="{22D9427D-0BAB-4521-B834-95278AC62662}">
      <dgm:prSet/>
      <dgm:spPr/>
      <dgm:t>
        <a:bodyPr/>
        <a:lstStyle/>
        <a:p>
          <a:endParaRPr lang="fr-FR" sz="1050"/>
        </a:p>
      </dgm:t>
    </dgm:pt>
    <dgm:pt modelId="{06824D2B-7899-4191-A753-1BA3A7EA7422}">
      <dgm:prSet custT="1"/>
      <dgm:spPr/>
      <dgm:t>
        <a:bodyPr/>
        <a:lstStyle/>
        <a:p>
          <a:r>
            <a:rPr lang="fr-FR" sz="1050" b="0" i="0"/>
            <a:t>Package decrochage : training.py, serving.py, api.py, cli.py, persistence.py, monitoring.py, tracking.py, scheduler.py.</a:t>
          </a:r>
          <a:endParaRPr lang="fr-FR" sz="1050"/>
        </a:p>
      </dgm:t>
    </dgm:pt>
    <dgm:pt modelId="{44083397-3120-4C51-9D3F-F68D7B6E1608}" type="parTrans" cxnId="{9C4873F6-F27A-4DCD-8E1B-63188BE46D5A}">
      <dgm:prSet/>
      <dgm:spPr/>
      <dgm:t>
        <a:bodyPr/>
        <a:lstStyle/>
        <a:p>
          <a:endParaRPr lang="fr-FR" sz="1050"/>
        </a:p>
      </dgm:t>
    </dgm:pt>
    <dgm:pt modelId="{607A1C30-48A2-4DA3-96EF-B3CB8B339009}" type="sibTrans" cxnId="{9C4873F6-F27A-4DCD-8E1B-63188BE46D5A}">
      <dgm:prSet/>
      <dgm:spPr/>
      <dgm:t>
        <a:bodyPr/>
        <a:lstStyle/>
        <a:p>
          <a:endParaRPr lang="fr-FR" sz="1050"/>
        </a:p>
      </dgm:t>
    </dgm:pt>
    <dgm:pt modelId="{C4D6B2A9-DE9A-4DC1-928F-A631BE18D9D9}">
      <dgm:prSet custT="1"/>
      <dgm:spPr/>
      <dgm:t>
        <a:bodyPr/>
        <a:lstStyle/>
        <a:p>
          <a:r>
            <a:rPr lang="fr-FR" sz="1050" b="0" i="0"/>
            <a:t>Contrats industrialisés : CLI batch, API FastAPI /predict, bundle rechargeable hors notebook.</a:t>
          </a:r>
          <a:endParaRPr lang="fr-FR" sz="1050"/>
        </a:p>
      </dgm:t>
    </dgm:pt>
    <dgm:pt modelId="{6C837BE1-97FA-4E2E-BE90-99B0317CF14C}" type="parTrans" cxnId="{20544269-1F71-4254-B214-10080A25722F}">
      <dgm:prSet/>
      <dgm:spPr/>
      <dgm:t>
        <a:bodyPr/>
        <a:lstStyle/>
        <a:p>
          <a:endParaRPr lang="fr-FR" sz="1050"/>
        </a:p>
      </dgm:t>
    </dgm:pt>
    <dgm:pt modelId="{D9FE3807-1D38-4444-B602-E53194371D34}" type="sibTrans" cxnId="{20544269-1F71-4254-B214-10080A25722F}">
      <dgm:prSet/>
      <dgm:spPr/>
      <dgm:t>
        <a:bodyPr/>
        <a:lstStyle/>
        <a:p>
          <a:endParaRPr lang="fr-FR" sz="1050"/>
        </a:p>
      </dgm:t>
    </dgm:pt>
    <dgm:pt modelId="{D740B0A1-C02F-433C-8131-EDA49F2E9347}">
      <dgm:prSet custT="1"/>
      <dgm:spPr/>
      <dgm:t>
        <a:bodyPr/>
        <a:lstStyle/>
        <a:p>
          <a:r>
            <a:rPr lang="fr-FR" sz="1050" b="0" i="0"/>
            <a:t>Sécurité API : clé, limite de débit, requêtes corrélées sans journaliser les données.</a:t>
          </a:r>
          <a:endParaRPr lang="fr-FR" sz="1050"/>
        </a:p>
      </dgm:t>
    </dgm:pt>
    <dgm:pt modelId="{78D3A4C9-971C-4797-B230-D3CAC3330156}" type="parTrans" cxnId="{0B68522E-3115-4B51-91A2-41D3774023A8}">
      <dgm:prSet/>
      <dgm:spPr/>
      <dgm:t>
        <a:bodyPr/>
        <a:lstStyle/>
        <a:p>
          <a:endParaRPr lang="fr-FR" sz="1050"/>
        </a:p>
      </dgm:t>
    </dgm:pt>
    <dgm:pt modelId="{B3DAAE4A-0CEA-45C3-A245-8326473C76B7}" type="sibTrans" cxnId="{0B68522E-3115-4B51-91A2-41D3774023A8}">
      <dgm:prSet/>
      <dgm:spPr/>
      <dgm:t>
        <a:bodyPr/>
        <a:lstStyle/>
        <a:p>
          <a:endParaRPr lang="fr-FR" sz="1050"/>
        </a:p>
      </dgm:t>
    </dgm:pt>
    <dgm:pt modelId="{46BA02FE-2008-44E4-9D6B-8117CA39BC92}">
      <dgm:prSet custT="1"/>
      <dgm:spPr/>
      <dgm:t>
        <a:bodyPr/>
        <a:lstStyle/>
        <a:p>
          <a:r>
            <a:rPr lang="fr-FR" sz="1050" b="0" i="0"/>
            <a:t>Cycle de vie : runs MLflow, registre + rollback.</a:t>
          </a:r>
          <a:endParaRPr lang="fr-FR" sz="1050"/>
        </a:p>
      </dgm:t>
    </dgm:pt>
    <dgm:pt modelId="{8CA911B0-E08B-4F7D-A681-153A5908B849}" type="parTrans" cxnId="{28E9CF5B-AB90-4777-89F7-3A5DE8A54F27}">
      <dgm:prSet/>
      <dgm:spPr/>
      <dgm:t>
        <a:bodyPr/>
        <a:lstStyle/>
        <a:p>
          <a:endParaRPr lang="fr-FR" sz="1050"/>
        </a:p>
      </dgm:t>
    </dgm:pt>
    <dgm:pt modelId="{A4556E71-DF9E-4D16-97A0-422F23265E0A}" type="sibTrans" cxnId="{28E9CF5B-AB90-4777-89F7-3A5DE8A54F27}">
      <dgm:prSet/>
      <dgm:spPr/>
      <dgm:t>
        <a:bodyPr/>
        <a:lstStyle/>
        <a:p>
          <a:endParaRPr lang="fr-FR" sz="1050"/>
        </a:p>
      </dgm:t>
    </dgm:pt>
    <dgm:pt modelId="{2497E708-C703-43BF-BD90-C6047A77AB0A}">
      <dgm:prSet custT="1"/>
      <dgm:spPr/>
      <dgm:t>
        <a:bodyPr/>
        <a:lstStyle/>
        <a:p>
          <a:r>
            <a:rPr lang="fr-FR" sz="1050" b="0" i="0"/>
            <a:t>Observabilité : /metrics, dashboard Grafana provisionné, alertes et heartbeat.</a:t>
          </a:r>
          <a:endParaRPr lang="fr-FR" sz="1050"/>
        </a:p>
      </dgm:t>
    </dgm:pt>
    <dgm:pt modelId="{EDD158FA-38AD-4DDF-B73B-1517FA79D2F8}" type="parTrans" cxnId="{3C80F8F0-02C0-4F6E-84FA-3AA83D99727A}">
      <dgm:prSet/>
      <dgm:spPr/>
      <dgm:t>
        <a:bodyPr/>
        <a:lstStyle/>
        <a:p>
          <a:endParaRPr lang="fr-FR" sz="1050"/>
        </a:p>
      </dgm:t>
    </dgm:pt>
    <dgm:pt modelId="{CCC502B7-DDDB-4D12-B24F-F19D372D63EA}" type="sibTrans" cxnId="{3C80F8F0-02C0-4F6E-84FA-3AA83D99727A}">
      <dgm:prSet/>
      <dgm:spPr/>
      <dgm:t>
        <a:bodyPr/>
        <a:lstStyle/>
        <a:p>
          <a:endParaRPr lang="fr-FR" sz="1050"/>
        </a:p>
      </dgm:t>
    </dgm:pt>
    <dgm:pt modelId="{04541D38-CE82-4E34-B568-104D28610099}">
      <dgm:prSet custT="1"/>
      <dgm:spPr/>
      <dgm:t>
        <a:bodyPr/>
        <a:lstStyle/>
        <a:p>
          <a:r>
            <a:rPr lang="fr-FR" sz="1050" b="0" i="0"/>
            <a:t>Documentation : architecture, modèle, menace, monitoring, guide d'industrialisation.</a:t>
          </a:r>
          <a:endParaRPr lang="fr-FR" sz="1050"/>
        </a:p>
      </dgm:t>
    </dgm:pt>
    <dgm:pt modelId="{E0020F61-3EA1-427A-81FD-5FB36D447AA2}" type="parTrans" cxnId="{CA641401-4745-4E89-BF21-81CBB9EEC206}">
      <dgm:prSet/>
      <dgm:spPr/>
      <dgm:t>
        <a:bodyPr/>
        <a:lstStyle/>
        <a:p>
          <a:endParaRPr lang="fr-FR" sz="1050"/>
        </a:p>
      </dgm:t>
    </dgm:pt>
    <dgm:pt modelId="{A3377287-2B76-4FB7-A66C-40CD4EE41D8A}" type="sibTrans" cxnId="{CA641401-4745-4E89-BF21-81CBB9EEC206}">
      <dgm:prSet/>
      <dgm:spPr/>
      <dgm:t>
        <a:bodyPr/>
        <a:lstStyle/>
        <a:p>
          <a:endParaRPr lang="fr-FR" sz="1050"/>
        </a:p>
      </dgm:t>
    </dgm:pt>
    <dgm:pt modelId="{B5895545-1C4B-43CB-9CAA-4F83644E1870}" type="pres">
      <dgm:prSet presAssocID="{CBD596BC-C914-4924-BB44-B0AEE00B9F86}" presName="Name0" presStyleCnt="0">
        <dgm:presLayoutVars>
          <dgm:chMax val="7"/>
          <dgm:chPref val="7"/>
          <dgm:dir/>
        </dgm:presLayoutVars>
      </dgm:prSet>
      <dgm:spPr/>
    </dgm:pt>
    <dgm:pt modelId="{5F5ED194-F1B6-42DF-B190-ABF5907DDD5B}" type="pres">
      <dgm:prSet presAssocID="{CBD596BC-C914-4924-BB44-B0AEE00B9F86}" presName="Name1" presStyleCnt="0"/>
      <dgm:spPr/>
    </dgm:pt>
    <dgm:pt modelId="{06CB2A49-4A35-4D29-890B-E6EC5E560150}" type="pres">
      <dgm:prSet presAssocID="{CBD596BC-C914-4924-BB44-B0AEE00B9F86}" presName="cycle" presStyleCnt="0"/>
      <dgm:spPr/>
    </dgm:pt>
    <dgm:pt modelId="{C440C761-61C2-46E1-B692-6F05319D4393}" type="pres">
      <dgm:prSet presAssocID="{CBD596BC-C914-4924-BB44-B0AEE00B9F86}" presName="srcNode" presStyleLbl="node1" presStyleIdx="0" presStyleCnt="7"/>
      <dgm:spPr/>
    </dgm:pt>
    <dgm:pt modelId="{666E7CC1-356D-4AE9-8F9D-194D0CCEB78C}" type="pres">
      <dgm:prSet presAssocID="{CBD596BC-C914-4924-BB44-B0AEE00B9F86}" presName="conn" presStyleLbl="parChTrans1D2" presStyleIdx="0" presStyleCnt="1"/>
      <dgm:spPr/>
    </dgm:pt>
    <dgm:pt modelId="{A20D0356-044B-4E4B-990B-ACD865335746}" type="pres">
      <dgm:prSet presAssocID="{CBD596BC-C914-4924-BB44-B0AEE00B9F86}" presName="extraNode" presStyleLbl="node1" presStyleIdx="0" presStyleCnt="7"/>
      <dgm:spPr/>
    </dgm:pt>
    <dgm:pt modelId="{0EE18123-508F-4A57-9DD2-B33DC06CF6E6}" type="pres">
      <dgm:prSet presAssocID="{CBD596BC-C914-4924-BB44-B0AEE00B9F86}" presName="dstNode" presStyleLbl="node1" presStyleIdx="0" presStyleCnt="7"/>
      <dgm:spPr/>
    </dgm:pt>
    <dgm:pt modelId="{D68B7D86-627F-4A75-A64C-88EB8D61926A}" type="pres">
      <dgm:prSet presAssocID="{60A71A03-15DD-4485-88AF-BFF8951B7080}" presName="text_1" presStyleLbl="node1" presStyleIdx="0" presStyleCnt="7">
        <dgm:presLayoutVars>
          <dgm:bulletEnabled val="1"/>
        </dgm:presLayoutVars>
      </dgm:prSet>
      <dgm:spPr/>
    </dgm:pt>
    <dgm:pt modelId="{B81CAFFA-CAEF-4DFD-A3EA-B1B5C2668960}" type="pres">
      <dgm:prSet presAssocID="{60A71A03-15DD-4485-88AF-BFF8951B7080}" presName="accent_1" presStyleCnt="0"/>
      <dgm:spPr/>
    </dgm:pt>
    <dgm:pt modelId="{BF2660FD-B0BD-483B-AC78-DEA3D03B823E}" type="pres">
      <dgm:prSet presAssocID="{60A71A03-15DD-4485-88AF-BFF8951B7080}" presName="accentRepeatNode" presStyleLbl="solidFgAcc1" presStyleIdx="0" presStyleCnt="7"/>
      <dgm:spPr/>
    </dgm:pt>
    <dgm:pt modelId="{07DAF0BD-750F-4314-9BF3-1E5BF4FDF6BB}" type="pres">
      <dgm:prSet presAssocID="{06824D2B-7899-4191-A753-1BA3A7EA7422}" presName="text_2" presStyleLbl="node1" presStyleIdx="1" presStyleCnt="7">
        <dgm:presLayoutVars>
          <dgm:bulletEnabled val="1"/>
        </dgm:presLayoutVars>
      </dgm:prSet>
      <dgm:spPr/>
    </dgm:pt>
    <dgm:pt modelId="{AA423D45-8B1A-4EA8-8DA5-245EA2543F70}" type="pres">
      <dgm:prSet presAssocID="{06824D2B-7899-4191-A753-1BA3A7EA7422}" presName="accent_2" presStyleCnt="0"/>
      <dgm:spPr/>
    </dgm:pt>
    <dgm:pt modelId="{3C9E08BE-8BAB-49DB-B1C2-49374BE62FBB}" type="pres">
      <dgm:prSet presAssocID="{06824D2B-7899-4191-A753-1BA3A7EA7422}" presName="accentRepeatNode" presStyleLbl="solidFgAcc1" presStyleIdx="1" presStyleCnt="7"/>
      <dgm:spPr/>
    </dgm:pt>
    <dgm:pt modelId="{AC1F2B5F-7EA9-4CA8-8DBE-FDE54457A8C1}" type="pres">
      <dgm:prSet presAssocID="{C4D6B2A9-DE9A-4DC1-928F-A631BE18D9D9}" presName="text_3" presStyleLbl="node1" presStyleIdx="2" presStyleCnt="7">
        <dgm:presLayoutVars>
          <dgm:bulletEnabled val="1"/>
        </dgm:presLayoutVars>
      </dgm:prSet>
      <dgm:spPr/>
    </dgm:pt>
    <dgm:pt modelId="{2CFB4E4F-10E6-4559-868E-C713D7E6B86E}" type="pres">
      <dgm:prSet presAssocID="{C4D6B2A9-DE9A-4DC1-928F-A631BE18D9D9}" presName="accent_3" presStyleCnt="0"/>
      <dgm:spPr/>
    </dgm:pt>
    <dgm:pt modelId="{F065EA30-55DF-4D3E-945A-34E0A02FED0F}" type="pres">
      <dgm:prSet presAssocID="{C4D6B2A9-DE9A-4DC1-928F-A631BE18D9D9}" presName="accentRepeatNode" presStyleLbl="solidFgAcc1" presStyleIdx="2" presStyleCnt="7"/>
      <dgm:spPr/>
    </dgm:pt>
    <dgm:pt modelId="{5C7A0DA0-6C44-4CF2-9492-3B22D8E26720}" type="pres">
      <dgm:prSet presAssocID="{D740B0A1-C02F-433C-8131-EDA49F2E9347}" presName="text_4" presStyleLbl="node1" presStyleIdx="3" presStyleCnt="7">
        <dgm:presLayoutVars>
          <dgm:bulletEnabled val="1"/>
        </dgm:presLayoutVars>
      </dgm:prSet>
      <dgm:spPr/>
    </dgm:pt>
    <dgm:pt modelId="{A9469A24-DA59-412D-9B9F-38CCD27CC491}" type="pres">
      <dgm:prSet presAssocID="{D740B0A1-C02F-433C-8131-EDA49F2E9347}" presName="accent_4" presStyleCnt="0"/>
      <dgm:spPr/>
    </dgm:pt>
    <dgm:pt modelId="{05831E72-BE52-4FC0-BFC3-55FF8CDAA5B8}" type="pres">
      <dgm:prSet presAssocID="{D740B0A1-C02F-433C-8131-EDA49F2E9347}" presName="accentRepeatNode" presStyleLbl="solidFgAcc1" presStyleIdx="3" presStyleCnt="7"/>
      <dgm:spPr/>
    </dgm:pt>
    <dgm:pt modelId="{A79C03D4-2142-4480-B171-466E7A589B11}" type="pres">
      <dgm:prSet presAssocID="{46BA02FE-2008-44E4-9D6B-8117CA39BC92}" presName="text_5" presStyleLbl="node1" presStyleIdx="4" presStyleCnt="7">
        <dgm:presLayoutVars>
          <dgm:bulletEnabled val="1"/>
        </dgm:presLayoutVars>
      </dgm:prSet>
      <dgm:spPr/>
    </dgm:pt>
    <dgm:pt modelId="{977F8255-DDB5-44B2-9059-2A55FBE01500}" type="pres">
      <dgm:prSet presAssocID="{46BA02FE-2008-44E4-9D6B-8117CA39BC92}" presName="accent_5" presStyleCnt="0"/>
      <dgm:spPr/>
    </dgm:pt>
    <dgm:pt modelId="{FCD17F69-725C-4516-A92E-5A39DB5E1E47}" type="pres">
      <dgm:prSet presAssocID="{46BA02FE-2008-44E4-9D6B-8117CA39BC92}" presName="accentRepeatNode" presStyleLbl="solidFgAcc1" presStyleIdx="4" presStyleCnt="7"/>
      <dgm:spPr/>
    </dgm:pt>
    <dgm:pt modelId="{014A1885-09CB-4DE3-8FC6-FFA53C0F3F9D}" type="pres">
      <dgm:prSet presAssocID="{2497E708-C703-43BF-BD90-C6047A77AB0A}" presName="text_6" presStyleLbl="node1" presStyleIdx="5" presStyleCnt="7">
        <dgm:presLayoutVars>
          <dgm:bulletEnabled val="1"/>
        </dgm:presLayoutVars>
      </dgm:prSet>
      <dgm:spPr/>
    </dgm:pt>
    <dgm:pt modelId="{DAAB7FFD-D550-4D22-83AF-5DE14AF30691}" type="pres">
      <dgm:prSet presAssocID="{2497E708-C703-43BF-BD90-C6047A77AB0A}" presName="accent_6" presStyleCnt="0"/>
      <dgm:spPr/>
    </dgm:pt>
    <dgm:pt modelId="{E2F01E92-EB97-437E-9D24-EF317F76EC20}" type="pres">
      <dgm:prSet presAssocID="{2497E708-C703-43BF-BD90-C6047A77AB0A}" presName="accentRepeatNode" presStyleLbl="solidFgAcc1" presStyleIdx="5" presStyleCnt="7"/>
      <dgm:spPr/>
    </dgm:pt>
    <dgm:pt modelId="{E716B304-DFC2-478C-A202-3E49CD15C1D2}" type="pres">
      <dgm:prSet presAssocID="{04541D38-CE82-4E34-B568-104D28610099}" presName="text_7" presStyleLbl="node1" presStyleIdx="6" presStyleCnt="7">
        <dgm:presLayoutVars>
          <dgm:bulletEnabled val="1"/>
        </dgm:presLayoutVars>
      </dgm:prSet>
      <dgm:spPr/>
    </dgm:pt>
    <dgm:pt modelId="{1C11887F-A662-4C4A-A00A-6BC9A283AF71}" type="pres">
      <dgm:prSet presAssocID="{04541D38-CE82-4E34-B568-104D28610099}" presName="accent_7" presStyleCnt="0"/>
      <dgm:spPr/>
    </dgm:pt>
    <dgm:pt modelId="{95D082B9-05B9-485E-9476-713A829A7067}" type="pres">
      <dgm:prSet presAssocID="{04541D38-CE82-4E34-B568-104D28610099}" presName="accentRepeatNode" presStyleLbl="solidFgAcc1" presStyleIdx="6" presStyleCnt="7"/>
      <dgm:spPr/>
    </dgm:pt>
  </dgm:ptLst>
  <dgm:cxnLst>
    <dgm:cxn modelId="{CA641401-4745-4E89-BF21-81CBB9EEC206}" srcId="{CBD596BC-C914-4924-BB44-B0AEE00B9F86}" destId="{04541D38-CE82-4E34-B568-104D28610099}" srcOrd="6" destOrd="0" parTransId="{E0020F61-3EA1-427A-81FD-5FB36D447AA2}" sibTransId="{A3377287-2B76-4FB7-A66C-40CD4EE41D8A}"/>
    <dgm:cxn modelId="{46282723-BCE1-4224-B49C-80D38A0AD14F}" type="presOf" srcId="{04541D38-CE82-4E34-B568-104D28610099}" destId="{E716B304-DFC2-478C-A202-3E49CD15C1D2}" srcOrd="0" destOrd="0" presId="urn:microsoft.com/office/officeart/2008/layout/VerticalCurvedList"/>
    <dgm:cxn modelId="{0B68522E-3115-4B51-91A2-41D3774023A8}" srcId="{CBD596BC-C914-4924-BB44-B0AEE00B9F86}" destId="{D740B0A1-C02F-433C-8131-EDA49F2E9347}" srcOrd="3" destOrd="0" parTransId="{78D3A4C9-971C-4797-B230-D3CAC3330156}" sibTransId="{B3DAAE4A-0CEA-45C3-A245-8326473C76B7}"/>
    <dgm:cxn modelId="{EB735232-B06F-45D6-BA63-D301FC8A68E6}" type="presOf" srcId="{C4D6B2A9-DE9A-4DC1-928F-A631BE18D9D9}" destId="{AC1F2B5F-7EA9-4CA8-8DBE-FDE54457A8C1}" srcOrd="0" destOrd="0" presId="urn:microsoft.com/office/officeart/2008/layout/VerticalCurvedList"/>
    <dgm:cxn modelId="{B483FD32-8127-42FE-9BF4-6465188311E8}" type="presOf" srcId="{AFBD8BE8-E63A-4C89-99AB-D66248AC0A14}" destId="{666E7CC1-356D-4AE9-8F9D-194D0CCEB78C}" srcOrd="0" destOrd="0" presId="urn:microsoft.com/office/officeart/2008/layout/VerticalCurvedList"/>
    <dgm:cxn modelId="{D6BAE240-206A-4EBA-BFFD-C8890436BB36}" type="presOf" srcId="{2497E708-C703-43BF-BD90-C6047A77AB0A}" destId="{014A1885-09CB-4DE3-8FC6-FFA53C0F3F9D}" srcOrd="0" destOrd="0" presId="urn:microsoft.com/office/officeart/2008/layout/VerticalCurvedList"/>
    <dgm:cxn modelId="{28E9CF5B-AB90-4777-89F7-3A5DE8A54F27}" srcId="{CBD596BC-C914-4924-BB44-B0AEE00B9F86}" destId="{46BA02FE-2008-44E4-9D6B-8117CA39BC92}" srcOrd="4" destOrd="0" parTransId="{8CA911B0-E08B-4F7D-A681-153A5908B849}" sibTransId="{A4556E71-DF9E-4D16-97A0-422F23265E0A}"/>
    <dgm:cxn modelId="{20544269-1F71-4254-B214-10080A25722F}" srcId="{CBD596BC-C914-4924-BB44-B0AEE00B9F86}" destId="{C4D6B2A9-DE9A-4DC1-928F-A631BE18D9D9}" srcOrd="2" destOrd="0" parTransId="{6C837BE1-97FA-4E2E-BE90-99B0317CF14C}" sibTransId="{D9FE3807-1D38-4444-B602-E53194371D34}"/>
    <dgm:cxn modelId="{65E1E459-32FD-44FF-BF8F-B2B7CE4B9353}" type="presOf" srcId="{D740B0A1-C02F-433C-8131-EDA49F2E9347}" destId="{5C7A0DA0-6C44-4CF2-9492-3B22D8E26720}" srcOrd="0" destOrd="0" presId="urn:microsoft.com/office/officeart/2008/layout/VerticalCurvedList"/>
    <dgm:cxn modelId="{22D9427D-0BAB-4521-B834-95278AC62662}" srcId="{CBD596BC-C914-4924-BB44-B0AEE00B9F86}" destId="{60A71A03-15DD-4485-88AF-BFF8951B7080}" srcOrd="0" destOrd="0" parTransId="{A5BC6EC8-8C8C-4BA2-9899-EA66C4DBD87D}" sibTransId="{AFBD8BE8-E63A-4C89-99AB-D66248AC0A14}"/>
    <dgm:cxn modelId="{0A0D188B-983D-4386-8912-4FEEC45CE47D}" type="presOf" srcId="{CBD596BC-C914-4924-BB44-B0AEE00B9F86}" destId="{B5895545-1C4B-43CB-9CAA-4F83644E1870}" srcOrd="0" destOrd="0" presId="urn:microsoft.com/office/officeart/2008/layout/VerticalCurvedList"/>
    <dgm:cxn modelId="{C452978D-3B12-4B9E-BA35-D1F68661A307}" type="presOf" srcId="{60A71A03-15DD-4485-88AF-BFF8951B7080}" destId="{D68B7D86-627F-4A75-A64C-88EB8D61926A}" srcOrd="0" destOrd="0" presId="urn:microsoft.com/office/officeart/2008/layout/VerticalCurvedList"/>
    <dgm:cxn modelId="{ED5DFCD4-92DA-4E61-95D1-CF807A1A9B8E}" type="presOf" srcId="{46BA02FE-2008-44E4-9D6B-8117CA39BC92}" destId="{A79C03D4-2142-4480-B171-466E7A589B11}" srcOrd="0" destOrd="0" presId="urn:microsoft.com/office/officeart/2008/layout/VerticalCurvedList"/>
    <dgm:cxn modelId="{0B572DE2-7A1C-4968-BF11-0C097BFB887C}" type="presOf" srcId="{06824D2B-7899-4191-A753-1BA3A7EA7422}" destId="{07DAF0BD-750F-4314-9BF3-1E5BF4FDF6BB}" srcOrd="0" destOrd="0" presId="urn:microsoft.com/office/officeart/2008/layout/VerticalCurvedList"/>
    <dgm:cxn modelId="{3C80F8F0-02C0-4F6E-84FA-3AA83D99727A}" srcId="{CBD596BC-C914-4924-BB44-B0AEE00B9F86}" destId="{2497E708-C703-43BF-BD90-C6047A77AB0A}" srcOrd="5" destOrd="0" parTransId="{EDD158FA-38AD-4DDF-B73B-1517FA79D2F8}" sibTransId="{CCC502B7-DDDB-4D12-B24F-F19D372D63EA}"/>
    <dgm:cxn modelId="{9C4873F6-F27A-4DCD-8E1B-63188BE46D5A}" srcId="{CBD596BC-C914-4924-BB44-B0AEE00B9F86}" destId="{06824D2B-7899-4191-A753-1BA3A7EA7422}" srcOrd="1" destOrd="0" parTransId="{44083397-3120-4C51-9D3F-F68D7B6E1608}" sibTransId="{607A1C30-48A2-4DA3-96EF-B3CB8B339009}"/>
    <dgm:cxn modelId="{3F141AE2-246C-4C6E-A200-5070CCD0D6A1}" type="presParOf" srcId="{B5895545-1C4B-43CB-9CAA-4F83644E1870}" destId="{5F5ED194-F1B6-42DF-B190-ABF5907DDD5B}" srcOrd="0" destOrd="0" presId="urn:microsoft.com/office/officeart/2008/layout/VerticalCurvedList"/>
    <dgm:cxn modelId="{2358D4D1-C706-4CF7-AEAB-0C4C055B3120}" type="presParOf" srcId="{5F5ED194-F1B6-42DF-B190-ABF5907DDD5B}" destId="{06CB2A49-4A35-4D29-890B-E6EC5E560150}" srcOrd="0" destOrd="0" presId="urn:microsoft.com/office/officeart/2008/layout/VerticalCurvedList"/>
    <dgm:cxn modelId="{DD8174FF-EB63-4C88-8D37-1312617B8258}" type="presParOf" srcId="{06CB2A49-4A35-4D29-890B-E6EC5E560150}" destId="{C440C761-61C2-46E1-B692-6F05319D4393}" srcOrd="0" destOrd="0" presId="urn:microsoft.com/office/officeart/2008/layout/VerticalCurvedList"/>
    <dgm:cxn modelId="{C3AB7EFB-BD0C-4386-9B37-CF810509DED9}" type="presParOf" srcId="{06CB2A49-4A35-4D29-890B-E6EC5E560150}" destId="{666E7CC1-356D-4AE9-8F9D-194D0CCEB78C}" srcOrd="1" destOrd="0" presId="urn:microsoft.com/office/officeart/2008/layout/VerticalCurvedList"/>
    <dgm:cxn modelId="{09D70CAC-1B34-4F5B-AF17-F01360CCB804}" type="presParOf" srcId="{06CB2A49-4A35-4D29-890B-E6EC5E560150}" destId="{A20D0356-044B-4E4B-990B-ACD865335746}" srcOrd="2" destOrd="0" presId="urn:microsoft.com/office/officeart/2008/layout/VerticalCurvedList"/>
    <dgm:cxn modelId="{409E3629-8B03-47FD-B5DF-0634B0775B71}" type="presParOf" srcId="{06CB2A49-4A35-4D29-890B-E6EC5E560150}" destId="{0EE18123-508F-4A57-9DD2-B33DC06CF6E6}" srcOrd="3" destOrd="0" presId="urn:microsoft.com/office/officeart/2008/layout/VerticalCurvedList"/>
    <dgm:cxn modelId="{89BA6BC9-C75B-4223-99C5-8D875CA278BA}" type="presParOf" srcId="{5F5ED194-F1B6-42DF-B190-ABF5907DDD5B}" destId="{D68B7D86-627F-4A75-A64C-88EB8D61926A}" srcOrd="1" destOrd="0" presId="urn:microsoft.com/office/officeart/2008/layout/VerticalCurvedList"/>
    <dgm:cxn modelId="{57EF8E12-DB2E-4FB5-98FC-CBCCB53341DC}" type="presParOf" srcId="{5F5ED194-F1B6-42DF-B190-ABF5907DDD5B}" destId="{B81CAFFA-CAEF-4DFD-A3EA-B1B5C2668960}" srcOrd="2" destOrd="0" presId="urn:microsoft.com/office/officeart/2008/layout/VerticalCurvedList"/>
    <dgm:cxn modelId="{588FB048-E89D-48DF-AF53-9C9547C3562C}" type="presParOf" srcId="{B81CAFFA-CAEF-4DFD-A3EA-B1B5C2668960}" destId="{BF2660FD-B0BD-483B-AC78-DEA3D03B823E}" srcOrd="0" destOrd="0" presId="urn:microsoft.com/office/officeart/2008/layout/VerticalCurvedList"/>
    <dgm:cxn modelId="{3631F9AE-96BC-4BF9-ABC3-04149849C835}" type="presParOf" srcId="{5F5ED194-F1B6-42DF-B190-ABF5907DDD5B}" destId="{07DAF0BD-750F-4314-9BF3-1E5BF4FDF6BB}" srcOrd="3" destOrd="0" presId="urn:microsoft.com/office/officeart/2008/layout/VerticalCurvedList"/>
    <dgm:cxn modelId="{C99EC83F-C785-4439-8A5E-DD98B6C32BA9}" type="presParOf" srcId="{5F5ED194-F1B6-42DF-B190-ABF5907DDD5B}" destId="{AA423D45-8B1A-4EA8-8DA5-245EA2543F70}" srcOrd="4" destOrd="0" presId="urn:microsoft.com/office/officeart/2008/layout/VerticalCurvedList"/>
    <dgm:cxn modelId="{AB5DF7B9-9482-43EF-9AC3-E424046DF8F4}" type="presParOf" srcId="{AA423D45-8B1A-4EA8-8DA5-245EA2543F70}" destId="{3C9E08BE-8BAB-49DB-B1C2-49374BE62FBB}" srcOrd="0" destOrd="0" presId="urn:microsoft.com/office/officeart/2008/layout/VerticalCurvedList"/>
    <dgm:cxn modelId="{FD4A4526-AAF6-49E4-A379-DF585159787F}" type="presParOf" srcId="{5F5ED194-F1B6-42DF-B190-ABF5907DDD5B}" destId="{AC1F2B5F-7EA9-4CA8-8DBE-FDE54457A8C1}" srcOrd="5" destOrd="0" presId="urn:microsoft.com/office/officeart/2008/layout/VerticalCurvedList"/>
    <dgm:cxn modelId="{1642E6E0-A08E-4F75-9EB8-8A0E7B815E60}" type="presParOf" srcId="{5F5ED194-F1B6-42DF-B190-ABF5907DDD5B}" destId="{2CFB4E4F-10E6-4559-868E-C713D7E6B86E}" srcOrd="6" destOrd="0" presId="urn:microsoft.com/office/officeart/2008/layout/VerticalCurvedList"/>
    <dgm:cxn modelId="{80A220A1-28EC-454C-A10F-A5DC52A78A9C}" type="presParOf" srcId="{2CFB4E4F-10E6-4559-868E-C713D7E6B86E}" destId="{F065EA30-55DF-4D3E-945A-34E0A02FED0F}" srcOrd="0" destOrd="0" presId="urn:microsoft.com/office/officeart/2008/layout/VerticalCurvedList"/>
    <dgm:cxn modelId="{E7E813A8-734C-49C0-8FC6-08760D4C18E1}" type="presParOf" srcId="{5F5ED194-F1B6-42DF-B190-ABF5907DDD5B}" destId="{5C7A0DA0-6C44-4CF2-9492-3B22D8E26720}" srcOrd="7" destOrd="0" presId="urn:microsoft.com/office/officeart/2008/layout/VerticalCurvedList"/>
    <dgm:cxn modelId="{CBBB4CC7-71EB-4617-BF07-D5CD767751BE}" type="presParOf" srcId="{5F5ED194-F1B6-42DF-B190-ABF5907DDD5B}" destId="{A9469A24-DA59-412D-9B9F-38CCD27CC491}" srcOrd="8" destOrd="0" presId="urn:microsoft.com/office/officeart/2008/layout/VerticalCurvedList"/>
    <dgm:cxn modelId="{A1C60B78-759A-4BC8-AA3F-C95714F59274}" type="presParOf" srcId="{A9469A24-DA59-412D-9B9F-38CCD27CC491}" destId="{05831E72-BE52-4FC0-BFC3-55FF8CDAA5B8}" srcOrd="0" destOrd="0" presId="urn:microsoft.com/office/officeart/2008/layout/VerticalCurvedList"/>
    <dgm:cxn modelId="{2374E629-89ED-4132-9589-A7F38E186A04}" type="presParOf" srcId="{5F5ED194-F1B6-42DF-B190-ABF5907DDD5B}" destId="{A79C03D4-2142-4480-B171-466E7A589B11}" srcOrd="9" destOrd="0" presId="urn:microsoft.com/office/officeart/2008/layout/VerticalCurvedList"/>
    <dgm:cxn modelId="{06B7F585-1C09-469C-9B74-2050A49BFC65}" type="presParOf" srcId="{5F5ED194-F1B6-42DF-B190-ABF5907DDD5B}" destId="{977F8255-DDB5-44B2-9059-2A55FBE01500}" srcOrd="10" destOrd="0" presId="urn:microsoft.com/office/officeart/2008/layout/VerticalCurvedList"/>
    <dgm:cxn modelId="{5335D141-C7F6-4A7C-AE9D-3603CB47374F}" type="presParOf" srcId="{977F8255-DDB5-44B2-9059-2A55FBE01500}" destId="{FCD17F69-725C-4516-A92E-5A39DB5E1E47}" srcOrd="0" destOrd="0" presId="urn:microsoft.com/office/officeart/2008/layout/VerticalCurvedList"/>
    <dgm:cxn modelId="{2CCB4E4B-C0AA-4CB3-81B2-812F3DC60634}" type="presParOf" srcId="{5F5ED194-F1B6-42DF-B190-ABF5907DDD5B}" destId="{014A1885-09CB-4DE3-8FC6-FFA53C0F3F9D}" srcOrd="11" destOrd="0" presId="urn:microsoft.com/office/officeart/2008/layout/VerticalCurvedList"/>
    <dgm:cxn modelId="{6B70361B-9F0D-4E8C-A6D9-B392D5996E3B}" type="presParOf" srcId="{5F5ED194-F1B6-42DF-B190-ABF5907DDD5B}" destId="{DAAB7FFD-D550-4D22-83AF-5DE14AF30691}" srcOrd="12" destOrd="0" presId="urn:microsoft.com/office/officeart/2008/layout/VerticalCurvedList"/>
    <dgm:cxn modelId="{438F3090-E12D-4400-A871-C980E1B15453}" type="presParOf" srcId="{DAAB7FFD-D550-4D22-83AF-5DE14AF30691}" destId="{E2F01E92-EB97-437E-9D24-EF317F76EC20}" srcOrd="0" destOrd="0" presId="urn:microsoft.com/office/officeart/2008/layout/VerticalCurvedList"/>
    <dgm:cxn modelId="{668436EB-8D43-4F65-977F-39449DE45E30}" type="presParOf" srcId="{5F5ED194-F1B6-42DF-B190-ABF5907DDD5B}" destId="{E716B304-DFC2-478C-A202-3E49CD15C1D2}" srcOrd="13" destOrd="0" presId="urn:microsoft.com/office/officeart/2008/layout/VerticalCurvedList"/>
    <dgm:cxn modelId="{967DC913-6CF7-40D7-881E-D43D035BC5BF}" type="presParOf" srcId="{5F5ED194-F1B6-42DF-B190-ABF5907DDD5B}" destId="{1C11887F-A662-4C4A-A00A-6BC9A283AF71}" srcOrd="14" destOrd="0" presId="urn:microsoft.com/office/officeart/2008/layout/VerticalCurvedList"/>
    <dgm:cxn modelId="{15C8FD2F-1F12-4742-B3F3-6CBAA56DEE2C}" type="presParOf" srcId="{1C11887F-A662-4C4A-A00A-6BC9A283AF71}" destId="{95D082B9-05B9-485E-9476-713A829A706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D5ACB55-E6F1-4942-83A3-5616EEA73E2B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0995B852-EECE-4262-B0F8-E8E0BF86BC29}">
      <dgm:prSet phldrT="[Texte]" custT="1"/>
      <dgm:spPr/>
      <dgm:t>
        <a:bodyPr/>
        <a:lstStyle/>
        <a:p>
          <a:pPr>
            <a:buNone/>
          </a:pPr>
          <a:r>
            <a:rPr lang="fr-FR" sz="1200" b="0" i="0" dirty="0"/>
            <a:t>Ingestion</a:t>
          </a:r>
          <a:endParaRPr lang="fr-FR" sz="1200" dirty="0"/>
        </a:p>
      </dgm:t>
    </dgm:pt>
    <dgm:pt modelId="{491B7147-B1C1-4221-AE6F-4AE33CB93178}" type="parTrans" cxnId="{710C597A-7D6E-40A8-B004-7DE99A2BEC3E}">
      <dgm:prSet/>
      <dgm:spPr/>
      <dgm:t>
        <a:bodyPr/>
        <a:lstStyle/>
        <a:p>
          <a:endParaRPr lang="fr-FR"/>
        </a:p>
      </dgm:t>
    </dgm:pt>
    <dgm:pt modelId="{C6F4ACC9-C031-440B-999E-56FEADB72ED2}" type="sibTrans" cxnId="{710C597A-7D6E-40A8-B004-7DE99A2BEC3E}">
      <dgm:prSet/>
      <dgm:spPr/>
      <dgm:t>
        <a:bodyPr/>
        <a:lstStyle/>
        <a:p>
          <a:endParaRPr lang="fr-FR"/>
        </a:p>
      </dgm:t>
    </dgm:pt>
    <dgm:pt modelId="{2B9752C4-8040-4155-AB95-B6C46075DEF8}">
      <dgm:prSet phldrT="[Texte]" custT="1"/>
      <dgm:spPr/>
      <dgm:t>
        <a:bodyPr/>
        <a:lstStyle/>
        <a:p>
          <a:pPr>
            <a:buNone/>
          </a:pPr>
          <a:r>
            <a:rPr lang="fr-FR" sz="1200" b="0" i="0" dirty="0"/>
            <a:t>Bronze</a:t>
          </a:r>
          <a:endParaRPr lang="fr-FR" sz="1200" dirty="0"/>
        </a:p>
      </dgm:t>
    </dgm:pt>
    <dgm:pt modelId="{FEC90B3C-6AA3-43EE-ACC2-99F2AAD2B327}" type="parTrans" cxnId="{5A533B3F-1D61-4692-920B-ED35EBE7B797}">
      <dgm:prSet/>
      <dgm:spPr/>
      <dgm:t>
        <a:bodyPr/>
        <a:lstStyle/>
        <a:p>
          <a:endParaRPr lang="fr-FR"/>
        </a:p>
      </dgm:t>
    </dgm:pt>
    <dgm:pt modelId="{2B2E5CBB-C5F2-4DB3-A034-E3536D399153}" type="sibTrans" cxnId="{5A533B3F-1D61-4692-920B-ED35EBE7B797}">
      <dgm:prSet/>
      <dgm:spPr/>
      <dgm:t>
        <a:bodyPr/>
        <a:lstStyle/>
        <a:p>
          <a:endParaRPr lang="fr-FR"/>
        </a:p>
      </dgm:t>
    </dgm:pt>
    <dgm:pt modelId="{1C0E2503-E568-4CDA-9F41-15A6376B0A98}">
      <dgm:prSet phldrT="[Texte]" custT="1"/>
      <dgm:spPr/>
      <dgm:t>
        <a:bodyPr/>
        <a:lstStyle/>
        <a:p>
          <a:pPr>
            <a:buNone/>
          </a:pPr>
          <a:r>
            <a:rPr lang="fr-FR" sz="1200" b="0" i="0" dirty="0"/>
            <a:t>Silver</a:t>
          </a:r>
          <a:endParaRPr lang="fr-FR" sz="1200" dirty="0"/>
        </a:p>
      </dgm:t>
    </dgm:pt>
    <dgm:pt modelId="{9562949F-AAA8-4B6F-8907-2B7B406B4FB9}" type="parTrans" cxnId="{6F888E96-F45E-4BFC-AFC3-D55F0FDFFA36}">
      <dgm:prSet/>
      <dgm:spPr/>
      <dgm:t>
        <a:bodyPr/>
        <a:lstStyle/>
        <a:p>
          <a:endParaRPr lang="fr-FR"/>
        </a:p>
      </dgm:t>
    </dgm:pt>
    <dgm:pt modelId="{7B0C54EB-D8BD-4BFE-983F-3D389FF4B5F6}" type="sibTrans" cxnId="{6F888E96-F45E-4BFC-AFC3-D55F0FDFFA36}">
      <dgm:prSet/>
      <dgm:spPr/>
      <dgm:t>
        <a:bodyPr/>
        <a:lstStyle/>
        <a:p>
          <a:endParaRPr lang="fr-FR"/>
        </a:p>
      </dgm:t>
    </dgm:pt>
    <dgm:pt modelId="{8CC43EB8-34FA-4509-9DFF-8861A06C562D}">
      <dgm:prSet phldrT="[Texte]" custT="1"/>
      <dgm:spPr/>
      <dgm:t>
        <a:bodyPr/>
        <a:lstStyle/>
        <a:p>
          <a:pPr>
            <a:buNone/>
          </a:pPr>
          <a:r>
            <a:rPr lang="fr-FR" sz="1200" b="0" i="0" dirty="0"/>
            <a:t>Gold</a:t>
          </a:r>
          <a:endParaRPr lang="fr-FR" sz="1200" dirty="0"/>
        </a:p>
      </dgm:t>
    </dgm:pt>
    <dgm:pt modelId="{729DD21F-F0CC-4C12-AD1D-F81864AA414D}" type="parTrans" cxnId="{A82B60AE-D629-4497-9021-A43AD0F48417}">
      <dgm:prSet/>
      <dgm:spPr/>
      <dgm:t>
        <a:bodyPr/>
        <a:lstStyle/>
        <a:p>
          <a:endParaRPr lang="fr-FR"/>
        </a:p>
      </dgm:t>
    </dgm:pt>
    <dgm:pt modelId="{FED1A103-3961-4C28-9B1F-BDF1B07343CC}" type="sibTrans" cxnId="{A82B60AE-D629-4497-9021-A43AD0F48417}">
      <dgm:prSet/>
      <dgm:spPr/>
      <dgm:t>
        <a:bodyPr/>
        <a:lstStyle/>
        <a:p>
          <a:endParaRPr lang="fr-FR"/>
        </a:p>
      </dgm:t>
    </dgm:pt>
    <dgm:pt modelId="{9420BFC8-40A1-40A2-A99C-10848F3DFE48}">
      <dgm:prSet phldrT="[Texte]" custT="1"/>
      <dgm:spPr/>
      <dgm:t>
        <a:bodyPr/>
        <a:lstStyle/>
        <a:p>
          <a:pPr>
            <a:buNone/>
          </a:pPr>
          <a:r>
            <a:rPr lang="fr-FR" sz="1200" b="0" i="0" dirty="0"/>
            <a:t>Entraînement / </a:t>
          </a:r>
          <a:r>
            <a:rPr lang="fr-FR" sz="1200" b="0" i="0" dirty="0" err="1"/>
            <a:t>Scoring</a:t>
          </a:r>
          <a:endParaRPr lang="fr-FR" sz="1200" dirty="0"/>
        </a:p>
      </dgm:t>
    </dgm:pt>
    <dgm:pt modelId="{402F5232-F5DA-4611-9FD5-2675E3DDD6BD}" type="parTrans" cxnId="{B04BE175-9D7C-4CAC-A007-24CB7853791D}">
      <dgm:prSet/>
      <dgm:spPr/>
      <dgm:t>
        <a:bodyPr/>
        <a:lstStyle/>
        <a:p>
          <a:endParaRPr lang="fr-FR"/>
        </a:p>
      </dgm:t>
    </dgm:pt>
    <dgm:pt modelId="{BA6DA1FC-E7D9-41FE-BA2C-7BE146098E51}" type="sibTrans" cxnId="{B04BE175-9D7C-4CAC-A007-24CB7853791D}">
      <dgm:prSet/>
      <dgm:spPr/>
      <dgm:t>
        <a:bodyPr/>
        <a:lstStyle/>
        <a:p>
          <a:endParaRPr lang="fr-FR"/>
        </a:p>
      </dgm:t>
    </dgm:pt>
    <dgm:pt modelId="{088BB75B-4D65-4FA4-A149-867D11894231}">
      <dgm:prSet phldrT="[Texte]" custT="1"/>
      <dgm:spPr/>
      <dgm:t>
        <a:bodyPr/>
        <a:lstStyle/>
        <a:p>
          <a:pPr>
            <a:buNone/>
          </a:pPr>
          <a:r>
            <a:rPr lang="fr-FR" sz="1200" b="0" i="0" dirty="0"/>
            <a:t>API/CLI</a:t>
          </a:r>
          <a:endParaRPr lang="fr-FR" sz="1200" dirty="0"/>
        </a:p>
      </dgm:t>
    </dgm:pt>
    <dgm:pt modelId="{FDD82F45-8FF8-45EA-ABD7-4B5B1FE87A60}" type="parTrans" cxnId="{538CFA03-F21A-4FC4-BDF5-A1A60B665485}">
      <dgm:prSet/>
      <dgm:spPr/>
      <dgm:t>
        <a:bodyPr/>
        <a:lstStyle/>
        <a:p>
          <a:endParaRPr lang="fr-FR"/>
        </a:p>
      </dgm:t>
    </dgm:pt>
    <dgm:pt modelId="{F02EEA45-9484-494D-94AC-2C465818B7B5}" type="sibTrans" cxnId="{538CFA03-F21A-4FC4-BDF5-A1A60B665485}">
      <dgm:prSet/>
      <dgm:spPr/>
      <dgm:t>
        <a:bodyPr/>
        <a:lstStyle/>
        <a:p>
          <a:endParaRPr lang="fr-FR"/>
        </a:p>
      </dgm:t>
    </dgm:pt>
    <dgm:pt modelId="{676A4938-5732-4873-987B-8960247A5A4D}">
      <dgm:prSet phldrT="[Texte]" custT="1"/>
      <dgm:spPr/>
      <dgm:t>
        <a:bodyPr/>
        <a:lstStyle/>
        <a:p>
          <a:pPr>
            <a:buNone/>
          </a:pPr>
          <a:r>
            <a:rPr lang="fr-FR" sz="1200" b="0" i="0" dirty="0"/>
            <a:t>Monitoring</a:t>
          </a:r>
          <a:endParaRPr lang="fr-FR" sz="1200" dirty="0"/>
        </a:p>
      </dgm:t>
    </dgm:pt>
    <dgm:pt modelId="{716E7DEF-0773-4AB0-8B7E-3D2D15488618}" type="parTrans" cxnId="{17B1BB7C-35FE-4E83-8E58-39734FE5B5A1}">
      <dgm:prSet/>
      <dgm:spPr/>
      <dgm:t>
        <a:bodyPr/>
        <a:lstStyle/>
        <a:p>
          <a:endParaRPr lang="fr-FR"/>
        </a:p>
      </dgm:t>
    </dgm:pt>
    <dgm:pt modelId="{92172038-5E82-428E-B567-0A8F42A46DBF}" type="sibTrans" cxnId="{17B1BB7C-35FE-4E83-8E58-39734FE5B5A1}">
      <dgm:prSet/>
      <dgm:spPr/>
      <dgm:t>
        <a:bodyPr/>
        <a:lstStyle/>
        <a:p>
          <a:endParaRPr lang="fr-FR"/>
        </a:p>
      </dgm:t>
    </dgm:pt>
    <dgm:pt modelId="{51B63043-F1A4-4BCF-9895-CA6B8C34B8B7}" type="pres">
      <dgm:prSet presAssocID="{6D5ACB55-E6F1-4942-83A3-5616EEA73E2B}" presName="Name0" presStyleCnt="0">
        <dgm:presLayoutVars>
          <dgm:dir/>
          <dgm:animLvl val="lvl"/>
          <dgm:resizeHandles val="exact"/>
        </dgm:presLayoutVars>
      </dgm:prSet>
      <dgm:spPr/>
    </dgm:pt>
    <dgm:pt modelId="{C4C11F28-6ABA-493A-B882-F464657291F0}" type="pres">
      <dgm:prSet presAssocID="{0995B852-EECE-4262-B0F8-E8E0BF86BC29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BCFE99E4-5555-4FE7-947D-BBA4BF34FD8C}" type="pres">
      <dgm:prSet presAssocID="{C6F4ACC9-C031-440B-999E-56FEADB72ED2}" presName="parTxOnlySpace" presStyleCnt="0"/>
      <dgm:spPr/>
    </dgm:pt>
    <dgm:pt modelId="{58D5073C-FD8F-4895-BD3D-67EB056A7205}" type="pres">
      <dgm:prSet presAssocID="{2B9752C4-8040-4155-AB95-B6C46075DEF8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F5B8DFA6-E908-4D6A-9A66-98890FA7534C}" type="pres">
      <dgm:prSet presAssocID="{2B2E5CBB-C5F2-4DB3-A034-E3536D399153}" presName="parTxOnlySpace" presStyleCnt="0"/>
      <dgm:spPr/>
    </dgm:pt>
    <dgm:pt modelId="{E98ECB69-B047-4A26-8697-2E036F6EE4CA}" type="pres">
      <dgm:prSet presAssocID="{1C0E2503-E568-4CDA-9F41-15A6376B0A98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86C566A-27A7-4C51-A79C-7EE5BB843836}" type="pres">
      <dgm:prSet presAssocID="{7B0C54EB-D8BD-4BFE-983F-3D389FF4B5F6}" presName="parTxOnlySpace" presStyleCnt="0"/>
      <dgm:spPr/>
    </dgm:pt>
    <dgm:pt modelId="{F2AF2AB3-F46B-48EE-B1BD-87EBB5DD4F3E}" type="pres">
      <dgm:prSet presAssocID="{8CC43EB8-34FA-4509-9DFF-8861A06C562D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83CC5F7F-DDF6-4FE5-91BB-0C2724F674A8}" type="pres">
      <dgm:prSet presAssocID="{FED1A103-3961-4C28-9B1F-BDF1B07343CC}" presName="parTxOnlySpace" presStyleCnt="0"/>
      <dgm:spPr/>
    </dgm:pt>
    <dgm:pt modelId="{03A3F1AF-FB87-4B18-AC88-9F7D298139EE}" type="pres">
      <dgm:prSet presAssocID="{9420BFC8-40A1-40A2-A99C-10848F3DFE48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7507BA89-8A35-4158-B4E7-C36B094539AF}" type="pres">
      <dgm:prSet presAssocID="{BA6DA1FC-E7D9-41FE-BA2C-7BE146098E51}" presName="parTxOnlySpace" presStyleCnt="0"/>
      <dgm:spPr/>
    </dgm:pt>
    <dgm:pt modelId="{423FB9B1-ABB2-4109-A97C-70D449D5F9AC}" type="pres">
      <dgm:prSet presAssocID="{088BB75B-4D65-4FA4-A149-867D11894231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1960D4BF-136D-4735-A290-53E360DD5FE9}" type="pres">
      <dgm:prSet presAssocID="{F02EEA45-9484-494D-94AC-2C465818B7B5}" presName="parTxOnlySpace" presStyleCnt="0"/>
      <dgm:spPr/>
    </dgm:pt>
    <dgm:pt modelId="{DA3C507C-8879-4C05-8C12-22898C262540}" type="pres">
      <dgm:prSet presAssocID="{676A4938-5732-4873-987B-8960247A5A4D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538CFA03-F21A-4FC4-BDF5-A1A60B665485}" srcId="{6D5ACB55-E6F1-4942-83A3-5616EEA73E2B}" destId="{088BB75B-4D65-4FA4-A149-867D11894231}" srcOrd="5" destOrd="0" parTransId="{FDD82F45-8FF8-45EA-ABD7-4B5B1FE87A60}" sibTransId="{F02EEA45-9484-494D-94AC-2C465818B7B5}"/>
    <dgm:cxn modelId="{480ED926-1FB8-456E-8F51-BBCD2D09B5C0}" type="presOf" srcId="{0995B852-EECE-4262-B0F8-E8E0BF86BC29}" destId="{C4C11F28-6ABA-493A-B882-F464657291F0}" srcOrd="0" destOrd="0" presId="urn:microsoft.com/office/officeart/2005/8/layout/chevron1"/>
    <dgm:cxn modelId="{5A533B3F-1D61-4692-920B-ED35EBE7B797}" srcId="{6D5ACB55-E6F1-4942-83A3-5616EEA73E2B}" destId="{2B9752C4-8040-4155-AB95-B6C46075DEF8}" srcOrd="1" destOrd="0" parTransId="{FEC90B3C-6AA3-43EE-ACC2-99F2AAD2B327}" sibTransId="{2B2E5CBB-C5F2-4DB3-A034-E3536D399153}"/>
    <dgm:cxn modelId="{69148E4E-74C8-47A4-A7A9-B7466489AAF3}" type="presOf" srcId="{088BB75B-4D65-4FA4-A149-867D11894231}" destId="{423FB9B1-ABB2-4109-A97C-70D449D5F9AC}" srcOrd="0" destOrd="0" presId="urn:microsoft.com/office/officeart/2005/8/layout/chevron1"/>
    <dgm:cxn modelId="{6F8F4573-D421-48A8-8D7E-83AF2F8DFBDC}" type="presOf" srcId="{676A4938-5732-4873-987B-8960247A5A4D}" destId="{DA3C507C-8879-4C05-8C12-22898C262540}" srcOrd="0" destOrd="0" presId="urn:microsoft.com/office/officeart/2005/8/layout/chevron1"/>
    <dgm:cxn modelId="{B04BE175-9D7C-4CAC-A007-24CB7853791D}" srcId="{6D5ACB55-E6F1-4942-83A3-5616EEA73E2B}" destId="{9420BFC8-40A1-40A2-A99C-10848F3DFE48}" srcOrd="4" destOrd="0" parTransId="{402F5232-F5DA-4611-9FD5-2675E3DDD6BD}" sibTransId="{BA6DA1FC-E7D9-41FE-BA2C-7BE146098E51}"/>
    <dgm:cxn modelId="{710C597A-7D6E-40A8-B004-7DE99A2BEC3E}" srcId="{6D5ACB55-E6F1-4942-83A3-5616EEA73E2B}" destId="{0995B852-EECE-4262-B0F8-E8E0BF86BC29}" srcOrd="0" destOrd="0" parTransId="{491B7147-B1C1-4221-AE6F-4AE33CB93178}" sibTransId="{C6F4ACC9-C031-440B-999E-56FEADB72ED2}"/>
    <dgm:cxn modelId="{17B1BB7C-35FE-4E83-8E58-39734FE5B5A1}" srcId="{6D5ACB55-E6F1-4942-83A3-5616EEA73E2B}" destId="{676A4938-5732-4873-987B-8960247A5A4D}" srcOrd="6" destOrd="0" parTransId="{716E7DEF-0773-4AB0-8B7E-3D2D15488618}" sibTransId="{92172038-5E82-428E-B567-0A8F42A46DBF}"/>
    <dgm:cxn modelId="{6F888E96-F45E-4BFC-AFC3-D55F0FDFFA36}" srcId="{6D5ACB55-E6F1-4942-83A3-5616EEA73E2B}" destId="{1C0E2503-E568-4CDA-9F41-15A6376B0A98}" srcOrd="2" destOrd="0" parTransId="{9562949F-AAA8-4B6F-8907-2B7B406B4FB9}" sibTransId="{7B0C54EB-D8BD-4BFE-983F-3D389FF4B5F6}"/>
    <dgm:cxn modelId="{C75EA1A3-E861-42BD-A99B-6E79B8387D5C}" type="presOf" srcId="{8CC43EB8-34FA-4509-9DFF-8861A06C562D}" destId="{F2AF2AB3-F46B-48EE-B1BD-87EBB5DD4F3E}" srcOrd="0" destOrd="0" presId="urn:microsoft.com/office/officeart/2005/8/layout/chevron1"/>
    <dgm:cxn modelId="{A945D8AC-5365-4253-9CCB-A8B5EAC002AA}" type="presOf" srcId="{9420BFC8-40A1-40A2-A99C-10848F3DFE48}" destId="{03A3F1AF-FB87-4B18-AC88-9F7D298139EE}" srcOrd="0" destOrd="0" presId="urn:microsoft.com/office/officeart/2005/8/layout/chevron1"/>
    <dgm:cxn modelId="{A82B60AE-D629-4497-9021-A43AD0F48417}" srcId="{6D5ACB55-E6F1-4942-83A3-5616EEA73E2B}" destId="{8CC43EB8-34FA-4509-9DFF-8861A06C562D}" srcOrd="3" destOrd="0" parTransId="{729DD21F-F0CC-4C12-AD1D-F81864AA414D}" sibTransId="{FED1A103-3961-4C28-9B1F-BDF1B07343CC}"/>
    <dgm:cxn modelId="{3AC2BADD-5305-473A-A861-0F06C3899638}" type="presOf" srcId="{1C0E2503-E568-4CDA-9F41-15A6376B0A98}" destId="{E98ECB69-B047-4A26-8697-2E036F6EE4CA}" srcOrd="0" destOrd="0" presId="urn:microsoft.com/office/officeart/2005/8/layout/chevron1"/>
    <dgm:cxn modelId="{E00F27EA-DFD6-4E4D-8BCA-EA7C44460242}" type="presOf" srcId="{6D5ACB55-E6F1-4942-83A3-5616EEA73E2B}" destId="{51B63043-F1A4-4BCF-9895-CA6B8C34B8B7}" srcOrd="0" destOrd="0" presId="urn:microsoft.com/office/officeart/2005/8/layout/chevron1"/>
    <dgm:cxn modelId="{EB04DEFC-D547-4EF2-98A1-DDEB6C1446DE}" type="presOf" srcId="{2B9752C4-8040-4155-AB95-B6C46075DEF8}" destId="{58D5073C-FD8F-4895-BD3D-67EB056A7205}" srcOrd="0" destOrd="0" presId="urn:microsoft.com/office/officeart/2005/8/layout/chevron1"/>
    <dgm:cxn modelId="{1B2A5AC6-0480-4F48-80F2-599EB262027F}" type="presParOf" srcId="{51B63043-F1A4-4BCF-9895-CA6B8C34B8B7}" destId="{C4C11F28-6ABA-493A-B882-F464657291F0}" srcOrd="0" destOrd="0" presId="urn:microsoft.com/office/officeart/2005/8/layout/chevron1"/>
    <dgm:cxn modelId="{DF367161-FDCC-464F-AADF-5206B6ECBE77}" type="presParOf" srcId="{51B63043-F1A4-4BCF-9895-CA6B8C34B8B7}" destId="{BCFE99E4-5555-4FE7-947D-BBA4BF34FD8C}" srcOrd="1" destOrd="0" presId="urn:microsoft.com/office/officeart/2005/8/layout/chevron1"/>
    <dgm:cxn modelId="{CD4429EF-8E98-4B77-A1C2-7BB5D0D52530}" type="presParOf" srcId="{51B63043-F1A4-4BCF-9895-CA6B8C34B8B7}" destId="{58D5073C-FD8F-4895-BD3D-67EB056A7205}" srcOrd="2" destOrd="0" presId="urn:microsoft.com/office/officeart/2005/8/layout/chevron1"/>
    <dgm:cxn modelId="{290AFB84-3BA2-447C-B4AA-28DD51AF9E22}" type="presParOf" srcId="{51B63043-F1A4-4BCF-9895-CA6B8C34B8B7}" destId="{F5B8DFA6-E908-4D6A-9A66-98890FA7534C}" srcOrd="3" destOrd="0" presId="urn:microsoft.com/office/officeart/2005/8/layout/chevron1"/>
    <dgm:cxn modelId="{B9373FB9-BA83-4E99-8CEF-366CE78CC670}" type="presParOf" srcId="{51B63043-F1A4-4BCF-9895-CA6B8C34B8B7}" destId="{E98ECB69-B047-4A26-8697-2E036F6EE4CA}" srcOrd="4" destOrd="0" presId="urn:microsoft.com/office/officeart/2005/8/layout/chevron1"/>
    <dgm:cxn modelId="{D00D1BA6-B0D8-41D0-B7CB-4F912A96930D}" type="presParOf" srcId="{51B63043-F1A4-4BCF-9895-CA6B8C34B8B7}" destId="{A86C566A-27A7-4C51-A79C-7EE5BB843836}" srcOrd="5" destOrd="0" presId="urn:microsoft.com/office/officeart/2005/8/layout/chevron1"/>
    <dgm:cxn modelId="{9FC1E970-C961-45FD-ADA2-D07A746F6766}" type="presParOf" srcId="{51B63043-F1A4-4BCF-9895-CA6B8C34B8B7}" destId="{F2AF2AB3-F46B-48EE-B1BD-87EBB5DD4F3E}" srcOrd="6" destOrd="0" presId="urn:microsoft.com/office/officeart/2005/8/layout/chevron1"/>
    <dgm:cxn modelId="{7BAE90A3-764F-484A-89AC-6D21C9B9CF4A}" type="presParOf" srcId="{51B63043-F1A4-4BCF-9895-CA6B8C34B8B7}" destId="{83CC5F7F-DDF6-4FE5-91BB-0C2724F674A8}" srcOrd="7" destOrd="0" presId="urn:microsoft.com/office/officeart/2005/8/layout/chevron1"/>
    <dgm:cxn modelId="{DD646346-CC6E-411B-A46B-B0419A5D3C8C}" type="presParOf" srcId="{51B63043-F1A4-4BCF-9895-CA6B8C34B8B7}" destId="{03A3F1AF-FB87-4B18-AC88-9F7D298139EE}" srcOrd="8" destOrd="0" presId="urn:microsoft.com/office/officeart/2005/8/layout/chevron1"/>
    <dgm:cxn modelId="{A40F4248-558C-4400-BD64-DEFFD427518C}" type="presParOf" srcId="{51B63043-F1A4-4BCF-9895-CA6B8C34B8B7}" destId="{7507BA89-8A35-4158-B4E7-C36B094539AF}" srcOrd="9" destOrd="0" presId="urn:microsoft.com/office/officeart/2005/8/layout/chevron1"/>
    <dgm:cxn modelId="{7764CA57-1A94-4D2A-A3B3-7C0175BB8D68}" type="presParOf" srcId="{51B63043-F1A4-4BCF-9895-CA6B8C34B8B7}" destId="{423FB9B1-ABB2-4109-A97C-70D449D5F9AC}" srcOrd="10" destOrd="0" presId="urn:microsoft.com/office/officeart/2005/8/layout/chevron1"/>
    <dgm:cxn modelId="{73C8FE89-A22A-47BF-90E1-03B05AA8791C}" type="presParOf" srcId="{51B63043-F1A4-4BCF-9895-CA6B8C34B8B7}" destId="{1960D4BF-136D-4735-A290-53E360DD5FE9}" srcOrd="11" destOrd="0" presId="urn:microsoft.com/office/officeart/2005/8/layout/chevron1"/>
    <dgm:cxn modelId="{F63435E3-5856-4783-8CD1-2A7087155FCF}" type="presParOf" srcId="{51B63043-F1A4-4BCF-9895-CA6B8C34B8B7}" destId="{DA3C507C-8879-4C05-8C12-22898C262540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15E89F9-D13D-4ED0-A197-7CC877E7C91A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B779842-3F0D-4CBC-A577-6B1C2671F1DF}">
      <dgm:prSet/>
      <dgm:spPr/>
      <dgm:t>
        <a:bodyPr/>
        <a:lstStyle/>
        <a:p>
          <a:pPr algn="ctr"/>
          <a:r>
            <a:rPr lang="fr-FR" b="0" i="0"/>
            <a:t>~5 200 étudiants/an · batch mi-S1 · API peu sollicitée</a:t>
          </a:r>
          <a:endParaRPr lang="fr-FR"/>
        </a:p>
      </dgm:t>
    </dgm:pt>
    <dgm:pt modelId="{CF15F927-20FE-49E3-A593-12B01370242A}" type="parTrans" cxnId="{601D9F35-7733-4DAF-96B2-CAF87EA3EB9D}">
      <dgm:prSet/>
      <dgm:spPr/>
      <dgm:t>
        <a:bodyPr/>
        <a:lstStyle/>
        <a:p>
          <a:endParaRPr lang="fr-FR"/>
        </a:p>
      </dgm:t>
    </dgm:pt>
    <dgm:pt modelId="{69D915EC-23B4-45CF-80F1-4350ECB5ECCF}" type="sibTrans" cxnId="{601D9F35-7733-4DAF-96B2-CAF87EA3EB9D}">
      <dgm:prSet/>
      <dgm:spPr/>
      <dgm:t>
        <a:bodyPr/>
        <a:lstStyle/>
        <a:p>
          <a:endParaRPr lang="fr-FR"/>
        </a:p>
      </dgm:t>
    </dgm:pt>
    <dgm:pt modelId="{CA35E31C-96A5-413D-8FBB-5FFD5FBA3BD3}" type="pres">
      <dgm:prSet presAssocID="{515E89F9-D13D-4ED0-A197-7CC877E7C91A}" presName="linear" presStyleCnt="0">
        <dgm:presLayoutVars>
          <dgm:animLvl val="lvl"/>
          <dgm:resizeHandles val="exact"/>
        </dgm:presLayoutVars>
      </dgm:prSet>
      <dgm:spPr/>
    </dgm:pt>
    <dgm:pt modelId="{55971D4B-DC3C-4F90-81FC-AF8B1AF45B09}" type="pres">
      <dgm:prSet presAssocID="{FB779842-3F0D-4CBC-A577-6B1C2671F1D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D05361B-F78A-4713-865A-1381DFA8AD16}" type="presOf" srcId="{FB779842-3F0D-4CBC-A577-6B1C2671F1DF}" destId="{55971D4B-DC3C-4F90-81FC-AF8B1AF45B09}" srcOrd="0" destOrd="0" presId="urn:microsoft.com/office/officeart/2005/8/layout/vList2"/>
    <dgm:cxn modelId="{601D9F35-7733-4DAF-96B2-CAF87EA3EB9D}" srcId="{515E89F9-D13D-4ED0-A197-7CC877E7C91A}" destId="{FB779842-3F0D-4CBC-A577-6B1C2671F1DF}" srcOrd="0" destOrd="0" parTransId="{CF15F927-20FE-49E3-A593-12B01370242A}" sibTransId="{69D915EC-23B4-45CF-80F1-4350ECB5ECCF}"/>
    <dgm:cxn modelId="{4A252868-E1B4-4953-A3F9-BBA2692DAA59}" type="presOf" srcId="{515E89F9-D13D-4ED0-A197-7CC877E7C91A}" destId="{CA35E31C-96A5-413D-8FBB-5FFD5FBA3BD3}" srcOrd="0" destOrd="0" presId="urn:microsoft.com/office/officeart/2005/8/layout/vList2"/>
    <dgm:cxn modelId="{7F34EF8F-4BCC-42CB-BD2A-E4A6D64606C8}" type="presParOf" srcId="{CA35E31C-96A5-413D-8FBB-5FFD5FBA3BD3}" destId="{55971D4B-DC3C-4F90-81FC-AF8B1AF45B0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E5F693F-0671-4D8E-9B38-29E2404B7863}" type="doc">
      <dgm:prSet loTypeId="urn:microsoft.com/office/officeart/2005/8/layout/chevron2" loCatId="process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EA8D79BF-1F73-4B94-BC3D-9C7331C17957}">
      <dgm:prSet/>
      <dgm:spPr/>
      <dgm:t>
        <a:bodyPr/>
        <a:lstStyle/>
        <a:p>
          <a:r>
            <a:rPr lang="fr-FR" b="0" i="0"/>
            <a:t>1 </a:t>
          </a:r>
          <a:endParaRPr lang="fr-FR" dirty="0"/>
        </a:p>
      </dgm:t>
    </dgm:pt>
    <dgm:pt modelId="{6F73C1BF-7C8A-46BB-A652-AC45421DB7E1}" type="parTrans" cxnId="{BE7EDDD5-112A-40EA-B320-D29F974023DD}">
      <dgm:prSet/>
      <dgm:spPr/>
      <dgm:t>
        <a:bodyPr/>
        <a:lstStyle/>
        <a:p>
          <a:endParaRPr lang="fr-FR"/>
        </a:p>
      </dgm:t>
    </dgm:pt>
    <dgm:pt modelId="{489A39BC-DD39-46E5-8EDA-3BE022EFA629}" type="sibTrans" cxnId="{BE7EDDD5-112A-40EA-B320-D29F974023DD}">
      <dgm:prSet/>
      <dgm:spPr/>
      <dgm:t>
        <a:bodyPr/>
        <a:lstStyle/>
        <a:p>
          <a:endParaRPr lang="fr-FR"/>
        </a:p>
      </dgm:t>
    </dgm:pt>
    <dgm:pt modelId="{97F32CB6-DA68-42E1-A391-3B3DEFBFE0F2}">
      <dgm:prSet/>
      <dgm:spPr/>
      <dgm:t>
        <a:bodyPr/>
        <a:lstStyle/>
        <a:p>
          <a:pPr>
            <a:buNone/>
          </a:pPr>
          <a:r>
            <a:rPr lang="fr-FR" b="0" i="0"/>
            <a:t>Contrôler chaque batch : qualité + PSI (watch ≥ 0,10 ; alert ≥ 0,25).</a:t>
          </a:r>
          <a:endParaRPr lang="fr-FR" dirty="0"/>
        </a:p>
      </dgm:t>
    </dgm:pt>
    <dgm:pt modelId="{5DA53FCE-8733-46AB-A29F-C16777E8D1D7}" type="parTrans" cxnId="{75C33C85-6D8C-41AD-B2CF-3B01714E82F3}">
      <dgm:prSet/>
      <dgm:spPr/>
      <dgm:t>
        <a:bodyPr/>
        <a:lstStyle/>
        <a:p>
          <a:endParaRPr lang="fr-FR"/>
        </a:p>
      </dgm:t>
    </dgm:pt>
    <dgm:pt modelId="{D078A9B2-8C3F-41CC-BD32-E9FD7B1513FF}" type="sibTrans" cxnId="{75C33C85-6D8C-41AD-B2CF-3B01714E82F3}">
      <dgm:prSet/>
      <dgm:spPr/>
      <dgm:t>
        <a:bodyPr/>
        <a:lstStyle/>
        <a:p>
          <a:endParaRPr lang="fr-FR"/>
        </a:p>
      </dgm:t>
    </dgm:pt>
    <dgm:pt modelId="{0379A6FA-34F5-4B90-9814-83BBA024CC8A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2 </a:t>
          </a:r>
          <a:endParaRPr lang="fr-FR" dirty="0"/>
        </a:p>
      </dgm:t>
    </dgm:pt>
    <dgm:pt modelId="{3822B313-9F83-4D90-BD2C-73372117B2EB}" type="parTrans" cxnId="{C8685017-A573-4E46-8E00-5892126E8426}">
      <dgm:prSet/>
      <dgm:spPr/>
      <dgm:t>
        <a:bodyPr/>
        <a:lstStyle/>
        <a:p>
          <a:endParaRPr lang="fr-FR"/>
        </a:p>
      </dgm:t>
    </dgm:pt>
    <dgm:pt modelId="{356AC6A8-4375-48BE-8BBA-CCD12F7E15BD}" type="sibTrans" cxnId="{C8685017-A573-4E46-8E00-5892126E8426}">
      <dgm:prSet/>
      <dgm:spPr/>
      <dgm:t>
        <a:bodyPr/>
        <a:lstStyle/>
        <a:p>
          <a:endParaRPr lang="fr-FR"/>
        </a:p>
      </dgm:t>
    </dgm:pt>
    <dgm:pt modelId="{DA8E8758-0B67-4B56-80D4-8D0F3ABE4868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Dérive sans labels frais : investiguer la collecte, ne pas réentraîner à l'aveugle.</a:t>
          </a:r>
          <a:endParaRPr lang="fr-FR" dirty="0"/>
        </a:p>
      </dgm:t>
    </dgm:pt>
    <dgm:pt modelId="{0803BE7E-1E91-4907-8FB8-0EF618D201DD}" type="parTrans" cxnId="{49C334B4-61AE-4BD0-B267-6B5ECF3C4105}">
      <dgm:prSet/>
      <dgm:spPr/>
      <dgm:t>
        <a:bodyPr/>
        <a:lstStyle/>
        <a:p>
          <a:endParaRPr lang="fr-FR"/>
        </a:p>
      </dgm:t>
    </dgm:pt>
    <dgm:pt modelId="{824A83BB-C4BF-495B-9827-D278EC3C1D67}" type="sibTrans" cxnId="{49C334B4-61AE-4BD0-B267-6B5ECF3C4105}">
      <dgm:prSet/>
      <dgm:spPr/>
      <dgm:t>
        <a:bodyPr/>
        <a:lstStyle/>
        <a:p>
          <a:endParaRPr lang="fr-FR"/>
        </a:p>
      </dgm:t>
    </dgm:pt>
    <dgm:pt modelId="{47277567-2EA3-4603-83B1-48D31083CA34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3</a:t>
          </a:r>
          <a:endParaRPr lang="fr-FR" dirty="0"/>
        </a:p>
      </dgm:t>
    </dgm:pt>
    <dgm:pt modelId="{50340AC1-798C-496C-8275-B5AB8CA62A89}" type="parTrans" cxnId="{6DBDE5C4-E160-47D0-B2FE-B3FA1A7D1422}">
      <dgm:prSet/>
      <dgm:spPr/>
      <dgm:t>
        <a:bodyPr/>
        <a:lstStyle/>
        <a:p>
          <a:endParaRPr lang="fr-FR"/>
        </a:p>
      </dgm:t>
    </dgm:pt>
    <dgm:pt modelId="{AA4D341C-2642-4DBD-91A0-B448880268A5}" type="sibTrans" cxnId="{6DBDE5C4-E160-47D0-B2FE-B3FA1A7D1422}">
      <dgm:prSet/>
      <dgm:spPr/>
      <dgm:t>
        <a:bodyPr/>
        <a:lstStyle/>
        <a:p>
          <a:endParaRPr lang="fr-FR"/>
        </a:p>
      </dgm:t>
    </dgm:pt>
    <dgm:pt modelId="{A10763E1-B1E0-4283-BFE1-8EDB6B9B2FFE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4</a:t>
          </a:r>
          <a:endParaRPr lang="fr-FR" dirty="0"/>
        </a:p>
      </dgm:t>
    </dgm:pt>
    <dgm:pt modelId="{5899A7D9-7C6F-4DE7-9405-5F0AA5393F28}" type="parTrans" cxnId="{8AB7FC52-5F6B-4D18-8FBD-12606467C657}">
      <dgm:prSet/>
      <dgm:spPr/>
      <dgm:t>
        <a:bodyPr/>
        <a:lstStyle/>
        <a:p>
          <a:endParaRPr lang="fr-FR"/>
        </a:p>
      </dgm:t>
    </dgm:pt>
    <dgm:pt modelId="{4D562FBC-0E79-4B7A-8006-C89F879996BD}" type="sibTrans" cxnId="{8AB7FC52-5F6B-4D18-8FBD-12606467C657}">
      <dgm:prSet/>
      <dgm:spPr/>
      <dgm:t>
        <a:bodyPr/>
        <a:lstStyle/>
        <a:p>
          <a:endParaRPr lang="fr-FR"/>
        </a:p>
      </dgm:t>
    </dgm:pt>
    <dgm:pt modelId="{B5E7608C-0FC6-4727-88A5-AABFBF21A849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Labels disponibles : entraîner un candidate annuel.</a:t>
          </a:r>
          <a:endParaRPr lang="fr-FR" dirty="0"/>
        </a:p>
      </dgm:t>
    </dgm:pt>
    <dgm:pt modelId="{00356550-C245-4BE9-ADE8-AF19539C349B}" type="parTrans" cxnId="{212D8E8A-D00B-46BE-A815-38F90E81E383}">
      <dgm:prSet/>
      <dgm:spPr/>
      <dgm:t>
        <a:bodyPr/>
        <a:lstStyle/>
        <a:p>
          <a:endParaRPr lang="fr-FR"/>
        </a:p>
      </dgm:t>
    </dgm:pt>
    <dgm:pt modelId="{C5CC1A1A-65B6-4652-BB41-17668AAC268C}" type="sibTrans" cxnId="{212D8E8A-D00B-46BE-A815-38F90E81E383}">
      <dgm:prSet/>
      <dgm:spPr/>
      <dgm:t>
        <a:bodyPr/>
        <a:lstStyle/>
        <a:p>
          <a:endParaRPr lang="fr-FR"/>
        </a:p>
      </dgm:t>
    </dgm:pt>
    <dgm:pt modelId="{F08E6EDC-35DF-41AD-BEC8-30BC9A32FE72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Tracer l'expérience : paramètres, métriques et bundle dans un run MLflow.</a:t>
          </a:r>
          <a:endParaRPr lang="fr-FR" dirty="0"/>
        </a:p>
      </dgm:t>
    </dgm:pt>
    <dgm:pt modelId="{35BCC704-CF3A-4F4B-8538-71C71BC9EC3A}" type="parTrans" cxnId="{A55AA0EC-3C3A-4A3F-A5A2-19A6922401A4}">
      <dgm:prSet/>
      <dgm:spPr/>
      <dgm:t>
        <a:bodyPr/>
        <a:lstStyle/>
        <a:p>
          <a:endParaRPr lang="fr-FR"/>
        </a:p>
      </dgm:t>
    </dgm:pt>
    <dgm:pt modelId="{B091D875-5FA1-4114-A546-5830A3D6CE76}" type="sibTrans" cxnId="{A55AA0EC-3C3A-4A3F-A5A2-19A6922401A4}">
      <dgm:prSet/>
      <dgm:spPr/>
      <dgm:t>
        <a:bodyPr/>
        <a:lstStyle/>
        <a:p>
          <a:endParaRPr lang="fr-FR"/>
        </a:p>
      </dgm:t>
    </dgm:pt>
    <dgm:pt modelId="{5E43FD9C-083E-4648-9D5C-9534E917DA01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5</a:t>
          </a:r>
          <a:endParaRPr lang="fr-FR" dirty="0"/>
        </a:p>
      </dgm:t>
    </dgm:pt>
    <dgm:pt modelId="{94033C8B-C53B-4CFA-B065-D31381E5DE2B}" type="parTrans" cxnId="{BFE69A95-FDF4-40C4-BAC5-4380F31C3CB3}">
      <dgm:prSet/>
      <dgm:spPr/>
      <dgm:t>
        <a:bodyPr/>
        <a:lstStyle/>
        <a:p>
          <a:endParaRPr lang="fr-FR"/>
        </a:p>
      </dgm:t>
    </dgm:pt>
    <dgm:pt modelId="{4DC62E90-3EBB-43C8-9C3A-04BA001F683F}" type="sibTrans" cxnId="{BFE69A95-FDF4-40C4-BAC5-4380F31C3CB3}">
      <dgm:prSet/>
      <dgm:spPr/>
      <dgm:t>
        <a:bodyPr/>
        <a:lstStyle/>
        <a:p>
          <a:endParaRPr lang="fr-FR"/>
        </a:p>
      </dgm:t>
    </dgm:pt>
    <dgm:pt modelId="{F1D76C5C-B650-4187-91FC-73FC47195F4E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Gate : AUC ≥ 0,85 · rappel ≥ 0,90 sans régression · écart équité ≤ 10 pts.</a:t>
          </a:r>
          <a:endParaRPr lang="fr-FR" dirty="0"/>
        </a:p>
      </dgm:t>
    </dgm:pt>
    <dgm:pt modelId="{11D3DB84-69ED-4097-B160-B2928C528AB7}" type="parTrans" cxnId="{D672D430-A12F-4DDC-9BAF-CB94C45C19BE}">
      <dgm:prSet/>
      <dgm:spPr/>
      <dgm:t>
        <a:bodyPr/>
        <a:lstStyle/>
        <a:p>
          <a:endParaRPr lang="fr-FR"/>
        </a:p>
      </dgm:t>
    </dgm:pt>
    <dgm:pt modelId="{9DF8E3FA-95EE-404A-A391-0CD99872E00C}" type="sibTrans" cxnId="{D672D430-A12F-4DDC-9BAF-CB94C45C19BE}">
      <dgm:prSet/>
      <dgm:spPr/>
      <dgm:t>
        <a:bodyPr/>
        <a:lstStyle/>
        <a:p>
          <a:endParaRPr lang="fr-FR"/>
        </a:p>
      </dgm:t>
    </dgm:pt>
    <dgm:pt modelId="{C3D875DB-B0CA-418B-9B7C-19EA16B8A0D3}">
      <dgm:prSet/>
      <dgm:spPr/>
      <dgm:t>
        <a:bodyPr/>
        <a:lstStyle/>
        <a:p>
          <a:pPr>
            <a:buNone/>
          </a:pPr>
          <a:r>
            <a:rPr lang="fr-FR" b="0" i="0" dirty="0">
              <a:latin typeface="Aptos"/>
              <a:ea typeface="Aptos"/>
              <a:cs typeface="Aptos"/>
            </a:rPr>
            <a:t>6</a:t>
          </a:r>
          <a:endParaRPr lang="fr-FR" dirty="0"/>
        </a:p>
      </dgm:t>
    </dgm:pt>
    <dgm:pt modelId="{A6E30C3A-B7D8-49B4-B1D1-77AC0E86D079}" type="parTrans" cxnId="{A8C31946-BA0A-4ABC-BC5A-6D45FB6DB1B2}">
      <dgm:prSet/>
      <dgm:spPr/>
      <dgm:t>
        <a:bodyPr/>
        <a:lstStyle/>
        <a:p>
          <a:endParaRPr lang="fr-FR"/>
        </a:p>
      </dgm:t>
    </dgm:pt>
    <dgm:pt modelId="{BCB4402A-37AA-4322-B802-2554C4017061}" type="sibTrans" cxnId="{A8C31946-BA0A-4ABC-BC5A-6D45FB6DB1B2}">
      <dgm:prSet/>
      <dgm:spPr/>
      <dgm:t>
        <a:bodyPr/>
        <a:lstStyle/>
        <a:p>
          <a:endParaRPr lang="fr-FR"/>
        </a:p>
      </dgm:t>
    </dgm:pt>
    <dgm:pt modelId="{78EE100E-44A3-4C94-A360-0664CC3AAB0F}">
      <dgm:prSet/>
      <dgm:spPr/>
      <dgm:t>
        <a:bodyPr/>
        <a:lstStyle/>
        <a:p>
          <a:pPr>
            <a:buNone/>
          </a:pPr>
          <a:r>
            <a:rPr lang="fr-FR" b="0" i="0">
              <a:latin typeface="Aptos"/>
              <a:ea typeface="Aptos"/>
              <a:cs typeface="Aptos"/>
            </a:rPr>
            <a:t>Validation humaine obligatoire, puis alias MLflow production ou rollback.</a:t>
          </a:r>
          <a:endParaRPr lang="fr-FR" dirty="0"/>
        </a:p>
      </dgm:t>
    </dgm:pt>
    <dgm:pt modelId="{28AFEC43-C8C4-4822-B2BA-5A3C03775A02}" type="parTrans" cxnId="{55AFF49D-EC22-4A11-8964-3CD8E5207228}">
      <dgm:prSet/>
      <dgm:spPr/>
      <dgm:t>
        <a:bodyPr/>
        <a:lstStyle/>
        <a:p>
          <a:endParaRPr lang="fr-FR"/>
        </a:p>
      </dgm:t>
    </dgm:pt>
    <dgm:pt modelId="{037FB0A2-9404-47A4-9A86-D52B0D7F1C09}" type="sibTrans" cxnId="{55AFF49D-EC22-4A11-8964-3CD8E5207228}">
      <dgm:prSet/>
      <dgm:spPr/>
      <dgm:t>
        <a:bodyPr/>
        <a:lstStyle/>
        <a:p>
          <a:endParaRPr lang="fr-FR"/>
        </a:p>
      </dgm:t>
    </dgm:pt>
    <dgm:pt modelId="{A2A4B606-8B1E-4F5D-97FB-F4926B33E473}" type="pres">
      <dgm:prSet presAssocID="{3E5F693F-0671-4D8E-9B38-29E2404B7863}" presName="linearFlow" presStyleCnt="0">
        <dgm:presLayoutVars>
          <dgm:dir/>
          <dgm:animLvl val="lvl"/>
          <dgm:resizeHandles val="exact"/>
        </dgm:presLayoutVars>
      </dgm:prSet>
      <dgm:spPr/>
    </dgm:pt>
    <dgm:pt modelId="{0170A3A1-0211-4132-A34C-295EC678FBCE}" type="pres">
      <dgm:prSet presAssocID="{EA8D79BF-1F73-4B94-BC3D-9C7331C17957}" presName="composite" presStyleCnt="0"/>
      <dgm:spPr/>
    </dgm:pt>
    <dgm:pt modelId="{4C98716C-D916-4770-9A9E-9B648EF1AF2F}" type="pres">
      <dgm:prSet presAssocID="{EA8D79BF-1F73-4B94-BC3D-9C7331C17957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95730B45-4304-4130-8278-24EB9295A24F}" type="pres">
      <dgm:prSet presAssocID="{EA8D79BF-1F73-4B94-BC3D-9C7331C17957}" presName="descendantText" presStyleLbl="alignAcc1" presStyleIdx="0" presStyleCnt="6">
        <dgm:presLayoutVars>
          <dgm:bulletEnabled val="1"/>
        </dgm:presLayoutVars>
      </dgm:prSet>
      <dgm:spPr/>
    </dgm:pt>
    <dgm:pt modelId="{664773C7-F5D1-4E94-8C72-42E1A4D57A27}" type="pres">
      <dgm:prSet presAssocID="{489A39BC-DD39-46E5-8EDA-3BE022EFA629}" presName="sp" presStyleCnt="0"/>
      <dgm:spPr/>
    </dgm:pt>
    <dgm:pt modelId="{B6A3E033-BF09-40C5-B25F-C7FA52D961AF}" type="pres">
      <dgm:prSet presAssocID="{0379A6FA-34F5-4B90-9814-83BBA024CC8A}" presName="composite" presStyleCnt="0"/>
      <dgm:spPr/>
    </dgm:pt>
    <dgm:pt modelId="{E2AC8081-5B7B-43E7-9228-F27ABD3FB120}" type="pres">
      <dgm:prSet presAssocID="{0379A6FA-34F5-4B90-9814-83BBA024CC8A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C9195F44-9D7B-4966-98A4-13EE3476B13C}" type="pres">
      <dgm:prSet presAssocID="{0379A6FA-34F5-4B90-9814-83BBA024CC8A}" presName="descendantText" presStyleLbl="alignAcc1" presStyleIdx="1" presStyleCnt="6">
        <dgm:presLayoutVars>
          <dgm:bulletEnabled val="1"/>
        </dgm:presLayoutVars>
      </dgm:prSet>
      <dgm:spPr/>
    </dgm:pt>
    <dgm:pt modelId="{68537234-A2B4-42C8-8E2D-5C485AC208B5}" type="pres">
      <dgm:prSet presAssocID="{356AC6A8-4375-48BE-8BBA-CCD12F7E15BD}" presName="sp" presStyleCnt="0"/>
      <dgm:spPr/>
    </dgm:pt>
    <dgm:pt modelId="{3F3AE68E-2377-4543-B95E-62186599438A}" type="pres">
      <dgm:prSet presAssocID="{47277567-2EA3-4603-83B1-48D31083CA34}" presName="composite" presStyleCnt="0"/>
      <dgm:spPr/>
    </dgm:pt>
    <dgm:pt modelId="{75FFE522-A079-4D6D-891B-23C4CFFB55AF}" type="pres">
      <dgm:prSet presAssocID="{47277567-2EA3-4603-83B1-48D31083CA34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A8842986-8E47-46CD-9BDE-75BA143ED4B5}" type="pres">
      <dgm:prSet presAssocID="{47277567-2EA3-4603-83B1-48D31083CA34}" presName="descendantText" presStyleLbl="alignAcc1" presStyleIdx="2" presStyleCnt="6">
        <dgm:presLayoutVars>
          <dgm:bulletEnabled val="1"/>
        </dgm:presLayoutVars>
      </dgm:prSet>
      <dgm:spPr/>
    </dgm:pt>
    <dgm:pt modelId="{8ED5412B-5C27-4EFE-BBFE-0AC3C8818B4F}" type="pres">
      <dgm:prSet presAssocID="{AA4D341C-2642-4DBD-91A0-B448880268A5}" presName="sp" presStyleCnt="0"/>
      <dgm:spPr/>
    </dgm:pt>
    <dgm:pt modelId="{64CB93A1-A3B9-4211-A8B2-FAD037B8961F}" type="pres">
      <dgm:prSet presAssocID="{A10763E1-B1E0-4283-BFE1-8EDB6B9B2FFE}" presName="composite" presStyleCnt="0"/>
      <dgm:spPr/>
    </dgm:pt>
    <dgm:pt modelId="{564737A6-4C17-4AD9-A63C-14FA9FCC3A1B}" type="pres">
      <dgm:prSet presAssocID="{A10763E1-B1E0-4283-BFE1-8EDB6B9B2FFE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4A48B9ED-91CB-4A8D-A537-FC5A7DDC2530}" type="pres">
      <dgm:prSet presAssocID="{A10763E1-B1E0-4283-BFE1-8EDB6B9B2FFE}" presName="descendantText" presStyleLbl="alignAcc1" presStyleIdx="3" presStyleCnt="6">
        <dgm:presLayoutVars>
          <dgm:bulletEnabled val="1"/>
        </dgm:presLayoutVars>
      </dgm:prSet>
      <dgm:spPr/>
    </dgm:pt>
    <dgm:pt modelId="{0482DB11-9711-4B85-80D4-8A24DCB67441}" type="pres">
      <dgm:prSet presAssocID="{4D562FBC-0E79-4B7A-8006-C89F879996BD}" presName="sp" presStyleCnt="0"/>
      <dgm:spPr/>
    </dgm:pt>
    <dgm:pt modelId="{8D4A74A7-9ADE-467C-9E7D-DD2D3665D5E3}" type="pres">
      <dgm:prSet presAssocID="{5E43FD9C-083E-4648-9D5C-9534E917DA01}" presName="composite" presStyleCnt="0"/>
      <dgm:spPr/>
    </dgm:pt>
    <dgm:pt modelId="{51995721-7F32-4820-A5B3-74A7335510DE}" type="pres">
      <dgm:prSet presAssocID="{5E43FD9C-083E-4648-9D5C-9534E917DA01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0FE52109-D8BA-4E99-9CD1-535D36B0953C}" type="pres">
      <dgm:prSet presAssocID="{5E43FD9C-083E-4648-9D5C-9534E917DA01}" presName="descendantText" presStyleLbl="alignAcc1" presStyleIdx="4" presStyleCnt="6">
        <dgm:presLayoutVars>
          <dgm:bulletEnabled val="1"/>
        </dgm:presLayoutVars>
      </dgm:prSet>
      <dgm:spPr/>
    </dgm:pt>
    <dgm:pt modelId="{C0DC90B3-E22E-4B9C-BD91-D35316963477}" type="pres">
      <dgm:prSet presAssocID="{4DC62E90-3EBB-43C8-9C3A-04BA001F683F}" presName="sp" presStyleCnt="0"/>
      <dgm:spPr/>
    </dgm:pt>
    <dgm:pt modelId="{6E4FC373-92E7-4A1C-B945-616E96403FB6}" type="pres">
      <dgm:prSet presAssocID="{C3D875DB-B0CA-418B-9B7C-19EA16B8A0D3}" presName="composite" presStyleCnt="0"/>
      <dgm:spPr/>
    </dgm:pt>
    <dgm:pt modelId="{472F00C8-2E9B-4C3B-94C0-38E0911FDD49}" type="pres">
      <dgm:prSet presAssocID="{C3D875DB-B0CA-418B-9B7C-19EA16B8A0D3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47A43235-BB58-4FB9-A759-1F8FC522BFF1}" type="pres">
      <dgm:prSet presAssocID="{C3D875DB-B0CA-418B-9B7C-19EA16B8A0D3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C8685017-A573-4E46-8E00-5892126E8426}" srcId="{3E5F693F-0671-4D8E-9B38-29E2404B7863}" destId="{0379A6FA-34F5-4B90-9814-83BBA024CC8A}" srcOrd="1" destOrd="0" parTransId="{3822B313-9F83-4D90-BD2C-73372117B2EB}" sibTransId="{356AC6A8-4375-48BE-8BBA-CCD12F7E15BD}"/>
    <dgm:cxn modelId="{9511041C-06BE-49FC-8EE0-BCE0EA3D5421}" type="presOf" srcId="{47277567-2EA3-4603-83B1-48D31083CA34}" destId="{75FFE522-A079-4D6D-891B-23C4CFFB55AF}" srcOrd="0" destOrd="0" presId="urn:microsoft.com/office/officeart/2005/8/layout/chevron2"/>
    <dgm:cxn modelId="{D672D430-A12F-4DDC-9BAF-CB94C45C19BE}" srcId="{5E43FD9C-083E-4648-9D5C-9534E917DA01}" destId="{F1D76C5C-B650-4187-91FC-73FC47195F4E}" srcOrd="0" destOrd="0" parTransId="{11D3DB84-69ED-4097-B160-B2928C528AB7}" sibTransId="{9DF8E3FA-95EE-404A-A391-0CD99872E00C}"/>
    <dgm:cxn modelId="{2BB1755D-DC18-409A-8FFE-6820EB6CA21C}" type="presOf" srcId="{F1D76C5C-B650-4187-91FC-73FC47195F4E}" destId="{0FE52109-D8BA-4E99-9CD1-535D36B0953C}" srcOrd="0" destOrd="0" presId="urn:microsoft.com/office/officeart/2005/8/layout/chevron2"/>
    <dgm:cxn modelId="{53502E41-354D-47BD-97FF-C9F085984BA2}" type="presOf" srcId="{DA8E8758-0B67-4B56-80D4-8D0F3ABE4868}" destId="{C9195F44-9D7B-4966-98A4-13EE3476B13C}" srcOrd="0" destOrd="0" presId="urn:microsoft.com/office/officeart/2005/8/layout/chevron2"/>
    <dgm:cxn modelId="{A8C31946-BA0A-4ABC-BC5A-6D45FB6DB1B2}" srcId="{3E5F693F-0671-4D8E-9B38-29E2404B7863}" destId="{C3D875DB-B0CA-418B-9B7C-19EA16B8A0D3}" srcOrd="5" destOrd="0" parTransId="{A6E30C3A-B7D8-49B4-B1D1-77AC0E86D079}" sibTransId="{BCB4402A-37AA-4322-B802-2554C4017061}"/>
    <dgm:cxn modelId="{8AB7FC52-5F6B-4D18-8FBD-12606467C657}" srcId="{3E5F693F-0671-4D8E-9B38-29E2404B7863}" destId="{A10763E1-B1E0-4283-BFE1-8EDB6B9B2FFE}" srcOrd="3" destOrd="0" parTransId="{5899A7D9-7C6F-4DE7-9405-5F0AA5393F28}" sibTransId="{4D562FBC-0E79-4B7A-8006-C89F879996BD}"/>
    <dgm:cxn modelId="{3DB8CB56-117F-47B1-A7AA-EDE21A05404E}" type="presOf" srcId="{C3D875DB-B0CA-418B-9B7C-19EA16B8A0D3}" destId="{472F00C8-2E9B-4C3B-94C0-38E0911FDD49}" srcOrd="0" destOrd="0" presId="urn:microsoft.com/office/officeart/2005/8/layout/chevron2"/>
    <dgm:cxn modelId="{A8E3B67F-E83A-4CD0-A46A-A1C957D79136}" type="presOf" srcId="{97F32CB6-DA68-42E1-A391-3B3DEFBFE0F2}" destId="{95730B45-4304-4130-8278-24EB9295A24F}" srcOrd="0" destOrd="0" presId="urn:microsoft.com/office/officeart/2005/8/layout/chevron2"/>
    <dgm:cxn modelId="{FC911084-C595-471B-B6E1-27696E80D7E1}" type="presOf" srcId="{A10763E1-B1E0-4283-BFE1-8EDB6B9B2FFE}" destId="{564737A6-4C17-4AD9-A63C-14FA9FCC3A1B}" srcOrd="0" destOrd="0" presId="urn:microsoft.com/office/officeart/2005/8/layout/chevron2"/>
    <dgm:cxn modelId="{75C33C85-6D8C-41AD-B2CF-3B01714E82F3}" srcId="{EA8D79BF-1F73-4B94-BC3D-9C7331C17957}" destId="{97F32CB6-DA68-42E1-A391-3B3DEFBFE0F2}" srcOrd="0" destOrd="0" parTransId="{5DA53FCE-8733-46AB-A29F-C16777E8D1D7}" sibTransId="{D078A9B2-8C3F-41CC-BD32-E9FD7B1513FF}"/>
    <dgm:cxn modelId="{212D8E8A-D00B-46BE-A815-38F90E81E383}" srcId="{47277567-2EA3-4603-83B1-48D31083CA34}" destId="{B5E7608C-0FC6-4727-88A5-AABFBF21A849}" srcOrd="0" destOrd="0" parTransId="{00356550-C245-4BE9-ADE8-AF19539C349B}" sibTransId="{C5CC1A1A-65B6-4652-BB41-17668AAC268C}"/>
    <dgm:cxn modelId="{BFE69A95-FDF4-40C4-BAC5-4380F31C3CB3}" srcId="{3E5F693F-0671-4D8E-9B38-29E2404B7863}" destId="{5E43FD9C-083E-4648-9D5C-9534E917DA01}" srcOrd="4" destOrd="0" parTransId="{94033C8B-C53B-4CFA-B065-D31381E5DE2B}" sibTransId="{4DC62E90-3EBB-43C8-9C3A-04BA001F683F}"/>
    <dgm:cxn modelId="{3C42589A-CB9B-4D5A-8646-74B8E634B67A}" type="presOf" srcId="{EA8D79BF-1F73-4B94-BC3D-9C7331C17957}" destId="{4C98716C-D916-4770-9A9E-9B648EF1AF2F}" srcOrd="0" destOrd="0" presId="urn:microsoft.com/office/officeart/2005/8/layout/chevron2"/>
    <dgm:cxn modelId="{55AFF49D-EC22-4A11-8964-3CD8E5207228}" srcId="{C3D875DB-B0CA-418B-9B7C-19EA16B8A0D3}" destId="{78EE100E-44A3-4C94-A360-0664CC3AAB0F}" srcOrd="0" destOrd="0" parTransId="{28AFEC43-C8C4-4822-B2BA-5A3C03775A02}" sibTransId="{037FB0A2-9404-47A4-9A86-D52B0D7F1C09}"/>
    <dgm:cxn modelId="{49C334B4-61AE-4BD0-B267-6B5ECF3C4105}" srcId="{0379A6FA-34F5-4B90-9814-83BBA024CC8A}" destId="{DA8E8758-0B67-4B56-80D4-8D0F3ABE4868}" srcOrd="0" destOrd="0" parTransId="{0803BE7E-1E91-4907-8FB8-0EF618D201DD}" sibTransId="{824A83BB-C4BF-495B-9827-D278EC3C1D67}"/>
    <dgm:cxn modelId="{261EC8C0-FFA6-41E4-ABB7-FEC1FC1837C2}" type="presOf" srcId="{F08E6EDC-35DF-41AD-BEC8-30BC9A32FE72}" destId="{4A48B9ED-91CB-4A8D-A537-FC5A7DDC2530}" srcOrd="0" destOrd="0" presId="urn:microsoft.com/office/officeart/2005/8/layout/chevron2"/>
    <dgm:cxn modelId="{6DBDE5C4-E160-47D0-B2FE-B3FA1A7D1422}" srcId="{3E5F693F-0671-4D8E-9B38-29E2404B7863}" destId="{47277567-2EA3-4603-83B1-48D31083CA34}" srcOrd="2" destOrd="0" parTransId="{50340AC1-798C-496C-8275-B5AB8CA62A89}" sibTransId="{AA4D341C-2642-4DBD-91A0-B448880268A5}"/>
    <dgm:cxn modelId="{B88EC8CE-FB35-41C1-8718-187B3205A409}" type="presOf" srcId="{3E5F693F-0671-4D8E-9B38-29E2404B7863}" destId="{A2A4B606-8B1E-4F5D-97FB-F4926B33E473}" srcOrd="0" destOrd="0" presId="urn:microsoft.com/office/officeart/2005/8/layout/chevron2"/>
    <dgm:cxn modelId="{BE7EDDD5-112A-40EA-B320-D29F974023DD}" srcId="{3E5F693F-0671-4D8E-9B38-29E2404B7863}" destId="{EA8D79BF-1F73-4B94-BC3D-9C7331C17957}" srcOrd="0" destOrd="0" parTransId="{6F73C1BF-7C8A-46BB-A652-AC45421DB7E1}" sibTransId="{489A39BC-DD39-46E5-8EDA-3BE022EFA629}"/>
    <dgm:cxn modelId="{0A2B1CE0-4E17-4130-AC29-BD8B774C6ACB}" type="presOf" srcId="{0379A6FA-34F5-4B90-9814-83BBA024CC8A}" destId="{E2AC8081-5B7B-43E7-9228-F27ABD3FB120}" srcOrd="0" destOrd="0" presId="urn:microsoft.com/office/officeart/2005/8/layout/chevron2"/>
    <dgm:cxn modelId="{64A4A4E3-62CC-4AFD-8101-76D9D6893B62}" type="presOf" srcId="{78EE100E-44A3-4C94-A360-0664CC3AAB0F}" destId="{47A43235-BB58-4FB9-A759-1F8FC522BFF1}" srcOrd="0" destOrd="0" presId="urn:microsoft.com/office/officeart/2005/8/layout/chevron2"/>
    <dgm:cxn modelId="{0A7BDBE7-2701-4874-9EB5-ECF9BFBC2D71}" type="presOf" srcId="{5E43FD9C-083E-4648-9D5C-9534E917DA01}" destId="{51995721-7F32-4820-A5B3-74A7335510DE}" srcOrd="0" destOrd="0" presId="urn:microsoft.com/office/officeart/2005/8/layout/chevron2"/>
    <dgm:cxn modelId="{A55AA0EC-3C3A-4A3F-A5A2-19A6922401A4}" srcId="{A10763E1-B1E0-4283-BFE1-8EDB6B9B2FFE}" destId="{F08E6EDC-35DF-41AD-BEC8-30BC9A32FE72}" srcOrd="0" destOrd="0" parTransId="{35BCC704-CF3A-4F4B-8538-71C71BC9EC3A}" sibTransId="{B091D875-5FA1-4114-A546-5830A3D6CE76}"/>
    <dgm:cxn modelId="{903390FC-B8B5-49B5-BD0D-D3CDDD00630F}" type="presOf" srcId="{B5E7608C-0FC6-4727-88A5-AABFBF21A849}" destId="{A8842986-8E47-46CD-9BDE-75BA143ED4B5}" srcOrd="0" destOrd="0" presId="urn:microsoft.com/office/officeart/2005/8/layout/chevron2"/>
    <dgm:cxn modelId="{685C2946-E0D9-4478-8E36-8A6F47999E44}" type="presParOf" srcId="{A2A4B606-8B1E-4F5D-97FB-F4926B33E473}" destId="{0170A3A1-0211-4132-A34C-295EC678FBCE}" srcOrd="0" destOrd="0" presId="urn:microsoft.com/office/officeart/2005/8/layout/chevron2"/>
    <dgm:cxn modelId="{E2012FAA-6AB9-403F-B698-7C548F05EF58}" type="presParOf" srcId="{0170A3A1-0211-4132-A34C-295EC678FBCE}" destId="{4C98716C-D916-4770-9A9E-9B648EF1AF2F}" srcOrd="0" destOrd="0" presId="urn:microsoft.com/office/officeart/2005/8/layout/chevron2"/>
    <dgm:cxn modelId="{25C9B104-739C-499B-8B38-292C46121370}" type="presParOf" srcId="{0170A3A1-0211-4132-A34C-295EC678FBCE}" destId="{95730B45-4304-4130-8278-24EB9295A24F}" srcOrd="1" destOrd="0" presId="urn:microsoft.com/office/officeart/2005/8/layout/chevron2"/>
    <dgm:cxn modelId="{73AAFEA4-AA0B-4575-8AD9-F1F1A6D9F036}" type="presParOf" srcId="{A2A4B606-8B1E-4F5D-97FB-F4926B33E473}" destId="{664773C7-F5D1-4E94-8C72-42E1A4D57A27}" srcOrd="1" destOrd="0" presId="urn:microsoft.com/office/officeart/2005/8/layout/chevron2"/>
    <dgm:cxn modelId="{A5181D42-CB42-4614-BFDC-DFAFCA73350E}" type="presParOf" srcId="{A2A4B606-8B1E-4F5D-97FB-F4926B33E473}" destId="{B6A3E033-BF09-40C5-B25F-C7FA52D961AF}" srcOrd="2" destOrd="0" presId="urn:microsoft.com/office/officeart/2005/8/layout/chevron2"/>
    <dgm:cxn modelId="{329F8D0E-8306-4F7F-B7F7-DD99381B95C1}" type="presParOf" srcId="{B6A3E033-BF09-40C5-B25F-C7FA52D961AF}" destId="{E2AC8081-5B7B-43E7-9228-F27ABD3FB120}" srcOrd="0" destOrd="0" presId="urn:microsoft.com/office/officeart/2005/8/layout/chevron2"/>
    <dgm:cxn modelId="{BEFF1A99-CEC5-4A01-A378-4E9D67E6A4CC}" type="presParOf" srcId="{B6A3E033-BF09-40C5-B25F-C7FA52D961AF}" destId="{C9195F44-9D7B-4966-98A4-13EE3476B13C}" srcOrd="1" destOrd="0" presId="urn:microsoft.com/office/officeart/2005/8/layout/chevron2"/>
    <dgm:cxn modelId="{0F67056B-5BFA-4A6F-996B-FBD078C25673}" type="presParOf" srcId="{A2A4B606-8B1E-4F5D-97FB-F4926B33E473}" destId="{68537234-A2B4-42C8-8E2D-5C485AC208B5}" srcOrd="3" destOrd="0" presId="urn:microsoft.com/office/officeart/2005/8/layout/chevron2"/>
    <dgm:cxn modelId="{54627A50-D94A-44F4-96DF-B4BB76263EAD}" type="presParOf" srcId="{A2A4B606-8B1E-4F5D-97FB-F4926B33E473}" destId="{3F3AE68E-2377-4543-B95E-62186599438A}" srcOrd="4" destOrd="0" presId="urn:microsoft.com/office/officeart/2005/8/layout/chevron2"/>
    <dgm:cxn modelId="{AEEC07C7-D36B-42EF-91FF-CB665E835762}" type="presParOf" srcId="{3F3AE68E-2377-4543-B95E-62186599438A}" destId="{75FFE522-A079-4D6D-891B-23C4CFFB55AF}" srcOrd="0" destOrd="0" presId="urn:microsoft.com/office/officeart/2005/8/layout/chevron2"/>
    <dgm:cxn modelId="{9FF24657-9947-49D8-9645-429B72C63CD7}" type="presParOf" srcId="{3F3AE68E-2377-4543-B95E-62186599438A}" destId="{A8842986-8E47-46CD-9BDE-75BA143ED4B5}" srcOrd="1" destOrd="0" presId="urn:microsoft.com/office/officeart/2005/8/layout/chevron2"/>
    <dgm:cxn modelId="{4037DBBE-41E4-4EBE-9FE1-A3D11027E978}" type="presParOf" srcId="{A2A4B606-8B1E-4F5D-97FB-F4926B33E473}" destId="{8ED5412B-5C27-4EFE-BBFE-0AC3C8818B4F}" srcOrd="5" destOrd="0" presId="urn:microsoft.com/office/officeart/2005/8/layout/chevron2"/>
    <dgm:cxn modelId="{D8D56457-8B0D-4DFD-AD13-32FA1686A3FB}" type="presParOf" srcId="{A2A4B606-8B1E-4F5D-97FB-F4926B33E473}" destId="{64CB93A1-A3B9-4211-A8B2-FAD037B8961F}" srcOrd="6" destOrd="0" presId="urn:microsoft.com/office/officeart/2005/8/layout/chevron2"/>
    <dgm:cxn modelId="{CDD04B19-0CC8-48FB-A7C5-C6E0B4055F49}" type="presParOf" srcId="{64CB93A1-A3B9-4211-A8B2-FAD037B8961F}" destId="{564737A6-4C17-4AD9-A63C-14FA9FCC3A1B}" srcOrd="0" destOrd="0" presId="urn:microsoft.com/office/officeart/2005/8/layout/chevron2"/>
    <dgm:cxn modelId="{F1581964-91E2-4AF0-A026-DB4299487C21}" type="presParOf" srcId="{64CB93A1-A3B9-4211-A8B2-FAD037B8961F}" destId="{4A48B9ED-91CB-4A8D-A537-FC5A7DDC2530}" srcOrd="1" destOrd="0" presId="urn:microsoft.com/office/officeart/2005/8/layout/chevron2"/>
    <dgm:cxn modelId="{3600BA42-5A82-45FF-91B3-36E37C2DFF43}" type="presParOf" srcId="{A2A4B606-8B1E-4F5D-97FB-F4926B33E473}" destId="{0482DB11-9711-4B85-80D4-8A24DCB67441}" srcOrd="7" destOrd="0" presId="urn:microsoft.com/office/officeart/2005/8/layout/chevron2"/>
    <dgm:cxn modelId="{B348E077-FF6D-4B18-982E-B2273F5E38B0}" type="presParOf" srcId="{A2A4B606-8B1E-4F5D-97FB-F4926B33E473}" destId="{8D4A74A7-9ADE-467C-9E7D-DD2D3665D5E3}" srcOrd="8" destOrd="0" presId="urn:microsoft.com/office/officeart/2005/8/layout/chevron2"/>
    <dgm:cxn modelId="{04DD35EB-8E36-4C9A-96CC-27518B383A24}" type="presParOf" srcId="{8D4A74A7-9ADE-467C-9E7D-DD2D3665D5E3}" destId="{51995721-7F32-4820-A5B3-74A7335510DE}" srcOrd="0" destOrd="0" presId="urn:microsoft.com/office/officeart/2005/8/layout/chevron2"/>
    <dgm:cxn modelId="{575F110F-C65E-4402-9812-F07D880F1DB9}" type="presParOf" srcId="{8D4A74A7-9ADE-467C-9E7D-DD2D3665D5E3}" destId="{0FE52109-D8BA-4E99-9CD1-535D36B0953C}" srcOrd="1" destOrd="0" presId="urn:microsoft.com/office/officeart/2005/8/layout/chevron2"/>
    <dgm:cxn modelId="{9ECDFDA9-7AD1-4FE5-AD11-D3B91F2C733D}" type="presParOf" srcId="{A2A4B606-8B1E-4F5D-97FB-F4926B33E473}" destId="{C0DC90B3-E22E-4B9C-BD91-D35316963477}" srcOrd="9" destOrd="0" presId="urn:microsoft.com/office/officeart/2005/8/layout/chevron2"/>
    <dgm:cxn modelId="{60C97309-8AC4-40E4-9FB2-F1333442A3FD}" type="presParOf" srcId="{A2A4B606-8B1E-4F5D-97FB-F4926B33E473}" destId="{6E4FC373-92E7-4A1C-B945-616E96403FB6}" srcOrd="10" destOrd="0" presId="urn:microsoft.com/office/officeart/2005/8/layout/chevron2"/>
    <dgm:cxn modelId="{BF8D3F1B-9736-4F41-8E44-12218F6CC685}" type="presParOf" srcId="{6E4FC373-92E7-4A1C-B945-616E96403FB6}" destId="{472F00C8-2E9B-4C3B-94C0-38E0911FDD49}" srcOrd="0" destOrd="0" presId="urn:microsoft.com/office/officeart/2005/8/layout/chevron2"/>
    <dgm:cxn modelId="{2122C53B-449C-4FDC-B34D-8CB265B3BDDF}" type="presParOf" srcId="{6E4FC373-92E7-4A1C-B945-616E96403FB6}" destId="{47A43235-BB58-4FB9-A759-1F8FC522BFF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7C8FAAD-A576-4109-B963-B48565057822}" type="doc">
      <dgm:prSet loTypeId="urn:microsoft.com/office/officeart/2005/8/layout/hList6" loCatId="list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DC6C44F6-DFAD-4925-AAE6-09DDA7C90DA8}">
      <dgm:prSet custT="1"/>
      <dgm:spPr/>
      <dgm:t>
        <a:bodyPr/>
        <a:lstStyle/>
        <a:p>
          <a:r>
            <a:rPr lang="fr-FR" sz="1200" b="0" i="0"/>
            <a:t>Une ligne JSON par requête, sans payload étudiant ni clé API.</a:t>
          </a:r>
          <a:endParaRPr lang="fr-FR" sz="1200"/>
        </a:p>
      </dgm:t>
    </dgm:pt>
    <dgm:pt modelId="{B365AADD-FF54-4CC6-A624-9AE3219CC2F5}" type="parTrans" cxnId="{96C4500E-8DA8-404E-B9BF-5DEE3D732BDB}">
      <dgm:prSet/>
      <dgm:spPr/>
      <dgm:t>
        <a:bodyPr/>
        <a:lstStyle/>
        <a:p>
          <a:endParaRPr lang="fr-FR" sz="1200"/>
        </a:p>
      </dgm:t>
    </dgm:pt>
    <dgm:pt modelId="{B6F0E57C-21F9-4112-9D87-9CFA425E320F}" type="sibTrans" cxnId="{96C4500E-8DA8-404E-B9BF-5DEE3D732BDB}">
      <dgm:prSet/>
      <dgm:spPr/>
      <dgm:t>
        <a:bodyPr/>
        <a:lstStyle/>
        <a:p>
          <a:endParaRPr lang="fr-FR" sz="1200"/>
        </a:p>
      </dgm:t>
    </dgm:pt>
    <dgm:pt modelId="{F95977A3-6CCE-4869-BFF2-144CC4991EC7}">
      <dgm:prSet custT="1"/>
      <dgm:spPr/>
      <dgm:t>
        <a:bodyPr/>
        <a:lstStyle/>
        <a:p>
          <a:r>
            <a:rPr lang="fr-FR" sz="1200" b="0" i="0"/>
            <a:t>X-Request-ID relie la réponse utilisateur au journal technique.</a:t>
          </a:r>
          <a:endParaRPr lang="fr-FR" sz="1200"/>
        </a:p>
      </dgm:t>
    </dgm:pt>
    <dgm:pt modelId="{10607A58-05B5-4CE1-9325-9820583A4CFF}" type="parTrans" cxnId="{E7E6ED8B-B906-498A-ACFB-BA1BF476A27E}">
      <dgm:prSet/>
      <dgm:spPr/>
      <dgm:t>
        <a:bodyPr/>
        <a:lstStyle/>
        <a:p>
          <a:endParaRPr lang="fr-FR" sz="1200"/>
        </a:p>
      </dgm:t>
    </dgm:pt>
    <dgm:pt modelId="{A36CDAA5-5DFC-4476-9AF7-38F9C710DC96}" type="sibTrans" cxnId="{E7E6ED8B-B906-498A-ACFB-BA1BF476A27E}">
      <dgm:prSet/>
      <dgm:spPr/>
      <dgm:t>
        <a:bodyPr/>
        <a:lstStyle/>
        <a:p>
          <a:endParaRPr lang="fr-FR" sz="1200"/>
        </a:p>
      </dgm:t>
    </dgm:pt>
    <dgm:pt modelId="{E556B41B-7D65-4E81-9427-64D1D7F91B6E}">
      <dgm:prSet custT="1"/>
      <dgm:spPr/>
      <dgm:t>
        <a:bodyPr/>
        <a:lstStyle/>
        <a:p>
          <a:r>
            <a:rPr lang="fr-FR" sz="1200" b="0" i="0"/>
            <a:t>Rotation Docker : 10 Mo par fichier, 5 fichiers conservés.</a:t>
          </a:r>
          <a:endParaRPr lang="fr-FR" sz="1200"/>
        </a:p>
      </dgm:t>
    </dgm:pt>
    <dgm:pt modelId="{0F20B243-55D6-4AF8-A7D2-858CE69A1318}" type="parTrans" cxnId="{F55FCD65-6268-4637-9E35-BD1C0167D424}">
      <dgm:prSet/>
      <dgm:spPr/>
      <dgm:t>
        <a:bodyPr/>
        <a:lstStyle/>
        <a:p>
          <a:endParaRPr lang="fr-FR" sz="1200"/>
        </a:p>
      </dgm:t>
    </dgm:pt>
    <dgm:pt modelId="{60566068-572D-46E4-85C1-10FC6ED1047F}" type="sibTrans" cxnId="{F55FCD65-6268-4637-9E35-BD1C0167D424}">
      <dgm:prSet/>
      <dgm:spPr/>
      <dgm:t>
        <a:bodyPr/>
        <a:lstStyle/>
        <a:p>
          <a:endParaRPr lang="fr-FR" sz="1200"/>
        </a:p>
      </dgm:t>
    </dgm:pt>
    <dgm:pt modelId="{B85CA25C-884C-4C75-8CAE-8F1EE6C1C591}" type="pres">
      <dgm:prSet presAssocID="{57C8FAAD-A576-4109-B963-B48565057822}" presName="Name0" presStyleCnt="0">
        <dgm:presLayoutVars>
          <dgm:dir/>
          <dgm:resizeHandles val="exact"/>
        </dgm:presLayoutVars>
      </dgm:prSet>
      <dgm:spPr/>
    </dgm:pt>
    <dgm:pt modelId="{1601E0EE-6036-4381-AC09-2B609FF2C83E}" type="pres">
      <dgm:prSet presAssocID="{DC6C44F6-DFAD-4925-AAE6-09DDA7C90DA8}" presName="node" presStyleLbl="node1" presStyleIdx="0" presStyleCnt="3">
        <dgm:presLayoutVars>
          <dgm:bulletEnabled val="1"/>
        </dgm:presLayoutVars>
      </dgm:prSet>
      <dgm:spPr/>
    </dgm:pt>
    <dgm:pt modelId="{B0EBCA31-83BE-420E-A025-C3FFB1AD33F9}" type="pres">
      <dgm:prSet presAssocID="{B6F0E57C-21F9-4112-9D87-9CFA425E320F}" presName="sibTrans" presStyleCnt="0"/>
      <dgm:spPr/>
    </dgm:pt>
    <dgm:pt modelId="{F7F08521-7D3F-43DD-A5D6-D06ED35908D5}" type="pres">
      <dgm:prSet presAssocID="{F95977A3-6CCE-4869-BFF2-144CC4991EC7}" presName="node" presStyleLbl="node1" presStyleIdx="1" presStyleCnt="3">
        <dgm:presLayoutVars>
          <dgm:bulletEnabled val="1"/>
        </dgm:presLayoutVars>
      </dgm:prSet>
      <dgm:spPr/>
    </dgm:pt>
    <dgm:pt modelId="{A328F533-0A93-499A-B05D-AFD7930065A8}" type="pres">
      <dgm:prSet presAssocID="{A36CDAA5-5DFC-4476-9AF7-38F9C710DC96}" presName="sibTrans" presStyleCnt="0"/>
      <dgm:spPr/>
    </dgm:pt>
    <dgm:pt modelId="{6CAA1380-9D7C-47F2-BBD5-E7834EE36E95}" type="pres">
      <dgm:prSet presAssocID="{E556B41B-7D65-4E81-9427-64D1D7F91B6E}" presName="node" presStyleLbl="node1" presStyleIdx="2" presStyleCnt="3">
        <dgm:presLayoutVars>
          <dgm:bulletEnabled val="1"/>
        </dgm:presLayoutVars>
      </dgm:prSet>
      <dgm:spPr/>
    </dgm:pt>
  </dgm:ptLst>
  <dgm:cxnLst>
    <dgm:cxn modelId="{E2B3510B-C7E4-4546-91A7-63F8B569681E}" type="presOf" srcId="{57C8FAAD-A576-4109-B963-B48565057822}" destId="{B85CA25C-884C-4C75-8CAE-8F1EE6C1C591}" srcOrd="0" destOrd="0" presId="urn:microsoft.com/office/officeart/2005/8/layout/hList6"/>
    <dgm:cxn modelId="{96C4500E-8DA8-404E-B9BF-5DEE3D732BDB}" srcId="{57C8FAAD-A576-4109-B963-B48565057822}" destId="{DC6C44F6-DFAD-4925-AAE6-09DDA7C90DA8}" srcOrd="0" destOrd="0" parTransId="{B365AADD-FF54-4CC6-A624-9AE3219CC2F5}" sibTransId="{B6F0E57C-21F9-4112-9D87-9CFA425E320F}"/>
    <dgm:cxn modelId="{804C051E-605A-4171-861B-165E9E6DBC5F}" type="presOf" srcId="{DC6C44F6-DFAD-4925-AAE6-09DDA7C90DA8}" destId="{1601E0EE-6036-4381-AC09-2B609FF2C83E}" srcOrd="0" destOrd="0" presId="urn:microsoft.com/office/officeart/2005/8/layout/hList6"/>
    <dgm:cxn modelId="{F55FCD65-6268-4637-9E35-BD1C0167D424}" srcId="{57C8FAAD-A576-4109-B963-B48565057822}" destId="{E556B41B-7D65-4E81-9427-64D1D7F91B6E}" srcOrd="2" destOrd="0" parTransId="{0F20B243-55D6-4AF8-A7D2-858CE69A1318}" sibTransId="{60566068-572D-46E4-85C1-10FC6ED1047F}"/>
    <dgm:cxn modelId="{E7E6ED8B-B906-498A-ACFB-BA1BF476A27E}" srcId="{57C8FAAD-A576-4109-B963-B48565057822}" destId="{F95977A3-6CCE-4869-BFF2-144CC4991EC7}" srcOrd="1" destOrd="0" parTransId="{10607A58-05B5-4CE1-9325-9820583A4CFF}" sibTransId="{A36CDAA5-5DFC-4476-9AF7-38F9C710DC96}"/>
    <dgm:cxn modelId="{D31F66BE-897C-4297-AA66-080BE7DD1046}" type="presOf" srcId="{F95977A3-6CCE-4869-BFF2-144CC4991EC7}" destId="{F7F08521-7D3F-43DD-A5D6-D06ED35908D5}" srcOrd="0" destOrd="0" presId="urn:microsoft.com/office/officeart/2005/8/layout/hList6"/>
    <dgm:cxn modelId="{EEF56BDB-98D5-4B0F-9BC9-E179B915BA60}" type="presOf" srcId="{E556B41B-7D65-4E81-9427-64D1D7F91B6E}" destId="{6CAA1380-9D7C-47F2-BBD5-E7834EE36E95}" srcOrd="0" destOrd="0" presId="urn:microsoft.com/office/officeart/2005/8/layout/hList6"/>
    <dgm:cxn modelId="{B44ABD34-DA55-4A5E-B6F5-7D6EBB7662A2}" type="presParOf" srcId="{B85CA25C-884C-4C75-8CAE-8F1EE6C1C591}" destId="{1601E0EE-6036-4381-AC09-2B609FF2C83E}" srcOrd="0" destOrd="0" presId="urn:microsoft.com/office/officeart/2005/8/layout/hList6"/>
    <dgm:cxn modelId="{0C6751EA-84A7-4EA9-8892-57010918E0A6}" type="presParOf" srcId="{B85CA25C-884C-4C75-8CAE-8F1EE6C1C591}" destId="{B0EBCA31-83BE-420E-A025-C3FFB1AD33F9}" srcOrd="1" destOrd="0" presId="urn:microsoft.com/office/officeart/2005/8/layout/hList6"/>
    <dgm:cxn modelId="{2ED8B9C7-C7C7-46A9-9C14-DA93AAF01096}" type="presParOf" srcId="{B85CA25C-884C-4C75-8CAE-8F1EE6C1C591}" destId="{F7F08521-7D3F-43DD-A5D6-D06ED35908D5}" srcOrd="2" destOrd="0" presId="urn:microsoft.com/office/officeart/2005/8/layout/hList6"/>
    <dgm:cxn modelId="{031A61F3-D13A-4FF7-9555-F8A10E0F908E}" type="presParOf" srcId="{B85CA25C-884C-4C75-8CAE-8F1EE6C1C591}" destId="{A328F533-0A93-499A-B05D-AFD7930065A8}" srcOrd="3" destOrd="0" presId="urn:microsoft.com/office/officeart/2005/8/layout/hList6"/>
    <dgm:cxn modelId="{78F7D498-1CF1-4522-8308-6C319B10E007}" type="presParOf" srcId="{B85CA25C-884C-4C75-8CAE-8F1EE6C1C591}" destId="{6CAA1380-9D7C-47F2-BBD5-E7834EE36E95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FEE9172-9A0C-4041-B243-D1DC272E9A10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3" csCatId="accent1"/>
      <dgm:spPr/>
      <dgm:t>
        <a:bodyPr/>
        <a:lstStyle/>
        <a:p>
          <a:endParaRPr lang="fr-FR"/>
        </a:p>
      </dgm:t>
    </dgm:pt>
    <dgm:pt modelId="{DB11670F-6BAF-4871-A65A-4807E6AFE3C3}">
      <dgm:prSet/>
      <dgm:spPr/>
      <dgm:t>
        <a:bodyPr/>
        <a:lstStyle/>
        <a:p>
          <a:r>
            <a:rPr lang="fr-FR" b="0" i="0"/>
            <a:t>TCO = hébergement + sauvegardes + temps DSI/DPO + revue du modèle + interventions.</a:t>
          </a:r>
          <a:endParaRPr lang="fr-FR"/>
        </a:p>
      </dgm:t>
    </dgm:pt>
    <dgm:pt modelId="{D4F47145-9686-46DF-BCE2-D35988545982}" type="parTrans" cxnId="{99993B1F-01DC-4E7B-8C34-0E1CA7FE7891}">
      <dgm:prSet/>
      <dgm:spPr/>
      <dgm:t>
        <a:bodyPr/>
        <a:lstStyle/>
        <a:p>
          <a:endParaRPr lang="fr-FR"/>
        </a:p>
      </dgm:t>
    </dgm:pt>
    <dgm:pt modelId="{3BB66D94-0681-4860-92D7-4B32B9AB13B3}" type="sibTrans" cxnId="{99993B1F-01DC-4E7B-8C34-0E1CA7FE7891}">
      <dgm:prSet/>
      <dgm:spPr/>
      <dgm:t>
        <a:bodyPr/>
        <a:lstStyle/>
        <a:p>
          <a:endParaRPr lang="fr-FR"/>
        </a:p>
      </dgm:t>
    </dgm:pt>
    <dgm:pt modelId="{A0971C25-7205-413B-8855-B3F59E0C1249}">
      <dgm:prSet/>
      <dgm:spPr/>
      <dgm:t>
        <a:bodyPr/>
        <a:lstStyle/>
        <a:p>
          <a:r>
            <a:rPr lang="fr-FR" b="0" i="0"/>
            <a:t>Le coût d'infrastructure seul ne mesure pas la valeur du dispositif.</a:t>
          </a:r>
          <a:endParaRPr lang="fr-FR"/>
        </a:p>
      </dgm:t>
    </dgm:pt>
    <dgm:pt modelId="{57DFCB17-1D38-4470-915B-A5D90BC4C39C}" type="parTrans" cxnId="{BEE55CFE-B93B-4D4D-9DEB-B630AD5616DE}">
      <dgm:prSet/>
      <dgm:spPr/>
      <dgm:t>
        <a:bodyPr/>
        <a:lstStyle/>
        <a:p>
          <a:endParaRPr lang="fr-FR"/>
        </a:p>
      </dgm:t>
    </dgm:pt>
    <dgm:pt modelId="{0EF7BE57-F794-41AC-B1C5-7BC1D07B3DBE}" type="sibTrans" cxnId="{BEE55CFE-B93B-4D4D-9DEB-B630AD5616DE}">
      <dgm:prSet/>
      <dgm:spPr/>
      <dgm:t>
        <a:bodyPr/>
        <a:lstStyle/>
        <a:p>
          <a:endParaRPr lang="fr-FR"/>
        </a:p>
      </dgm:t>
    </dgm:pt>
    <dgm:pt modelId="{9436AFDC-2D00-48D4-9758-00FF5EF1F69F}">
      <dgm:prSet/>
      <dgm:spPr/>
      <dgm:t>
        <a:bodyPr/>
        <a:lstStyle/>
        <a:p>
          <a:r>
            <a:rPr lang="fr-FR" b="0" i="0"/>
            <a:t>Formule pilote : étudiants utilement accompagnés × effet causal du dispositif.</a:t>
          </a:r>
          <a:endParaRPr lang="fr-FR"/>
        </a:p>
      </dgm:t>
    </dgm:pt>
    <dgm:pt modelId="{6049846E-C231-4A21-8FD1-D62684693B44}" type="parTrans" cxnId="{CB10D750-B228-490D-81F3-EDB2BD4D7C13}">
      <dgm:prSet/>
      <dgm:spPr/>
      <dgm:t>
        <a:bodyPr/>
        <a:lstStyle/>
        <a:p>
          <a:endParaRPr lang="fr-FR"/>
        </a:p>
      </dgm:t>
    </dgm:pt>
    <dgm:pt modelId="{1A7877F0-920C-4F24-951E-1592D7469A9C}" type="sibTrans" cxnId="{CB10D750-B228-490D-81F3-EDB2BD4D7C13}">
      <dgm:prSet/>
      <dgm:spPr/>
      <dgm:t>
        <a:bodyPr/>
        <a:lstStyle/>
        <a:p>
          <a:endParaRPr lang="fr-FR"/>
        </a:p>
      </dgm:t>
    </dgm:pt>
    <dgm:pt modelId="{A9C60405-3C54-45F2-8E59-31AC94B41C3C}">
      <dgm:prSet/>
      <dgm:spPr/>
      <dgm:t>
        <a:bodyPr/>
        <a:lstStyle/>
        <a:p>
          <a:r>
            <a:rPr lang="fr-FR" b="0" i="0"/>
            <a:t>L'AUC mesure la discrimination du modèle, pas l'impact du tutorat.</a:t>
          </a:r>
          <a:endParaRPr lang="fr-FR"/>
        </a:p>
      </dgm:t>
    </dgm:pt>
    <dgm:pt modelId="{A9F5D3E6-9DE5-4005-8B5E-50181ED9BCD6}" type="parTrans" cxnId="{AB625390-3386-45E7-BEC3-967D0F93C30B}">
      <dgm:prSet/>
      <dgm:spPr/>
      <dgm:t>
        <a:bodyPr/>
        <a:lstStyle/>
        <a:p>
          <a:endParaRPr lang="fr-FR"/>
        </a:p>
      </dgm:t>
    </dgm:pt>
    <dgm:pt modelId="{3230BEC7-E0BD-4183-A632-E8D9465E4B5B}" type="sibTrans" cxnId="{AB625390-3386-45E7-BEC3-967D0F93C30B}">
      <dgm:prSet/>
      <dgm:spPr/>
      <dgm:t>
        <a:bodyPr/>
        <a:lstStyle/>
        <a:p>
          <a:endParaRPr lang="fr-FR"/>
        </a:p>
      </dgm:t>
    </dgm:pt>
    <dgm:pt modelId="{F9C40A90-7ADA-4E8C-B848-49930AC6E073}">
      <dgm:prSet/>
      <dgm:spPr/>
      <dgm:t>
        <a:bodyPr/>
        <a:lstStyle/>
        <a:p>
          <a:r>
            <a:rPr lang="fr-FR" b="0" i="0" dirty="0"/>
            <a:t>Mesure attendue : pilote progressif / A-B test, capacité des tuteurs, faux positifs.</a:t>
          </a:r>
          <a:endParaRPr lang="fr-FR" dirty="0"/>
        </a:p>
      </dgm:t>
    </dgm:pt>
    <dgm:pt modelId="{E9838FE6-B8F0-4CB0-B200-C51CF9352F01}" type="parTrans" cxnId="{1ED32860-A087-4205-AD73-01EC82997047}">
      <dgm:prSet/>
      <dgm:spPr/>
      <dgm:t>
        <a:bodyPr/>
        <a:lstStyle/>
        <a:p>
          <a:endParaRPr lang="fr-FR"/>
        </a:p>
      </dgm:t>
    </dgm:pt>
    <dgm:pt modelId="{66F7F4B5-3151-4CA3-8D2E-75F6AF3DD0D7}" type="sibTrans" cxnId="{1ED32860-A087-4205-AD73-01EC82997047}">
      <dgm:prSet/>
      <dgm:spPr/>
      <dgm:t>
        <a:bodyPr/>
        <a:lstStyle/>
        <a:p>
          <a:endParaRPr lang="fr-FR"/>
        </a:p>
      </dgm:t>
    </dgm:pt>
    <dgm:pt modelId="{5CA4AEA5-A5F0-493C-884E-01EBA2F16956}" type="pres">
      <dgm:prSet presAssocID="{EFEE9172-9A0C-4041-B243-D1DC272E9A10}" presName="Name0" presStyleCnt="0">
        <dgm:presLayoutVars>
          <dgm:chMax val="7"/>
          <dgm:chPref val="7"/>
          <dgm:dir/>
        </dgm:presLayoutVars>
      </dgm:prSet>
      <dgm:spPr/>
    </dgm:pt>
    <dgm:pt modelId="{182C3F8A-BDF7-4E4B-A3A2-4554CC21719C}" type="pres">
      <dgm:prSet presAssocID="{EFEE9172-9A0C-4041-B243-D1DC272E9A10}" presName="Name1" presStyleCnt="0"/>
      <dgm:spPr/>
    </dgm:pt>
    <dgm:pt modelId="{78CFF274-025F-48A4-96E4-957E9C7FFD8C}" type="pres">
      <dgm:prSet presAssocID="{EFEE9172-9A0C-4041-B243-D1DC272E9A10}" presName="cycle" presStyleCnt="0"/>
      <dgm:spPr/>
    </dgm:pt>
    <dgm:pt modelId="{DC78D6C3-9EAD-4940-8432-DC6460FFC27E}" type="pres">
      <dgm:prSet presAssocID="{EFEE9172-9A0C-4041-B243-D1DC272E9A10}" presName="srcNode" presStyleLbl="node1" presStyleIdx="0" presStyleCnt="5"/>
      <dgm:spPr/>
    </dgm:pt>
    <dgm:pt modelId="{CB0B596F-6475-4A18-9ECC-3A0DF1F44834}" type="pres">
      <dgm:prSet presAssocID="{EFEE9172-9A0C-4041-B243-D1DC272E9A10}" presName="conn" presStyleLbl="parChTrans1D2" presStyleIdx="0" presStyleCnt="1"/>
      <dgm:spPr/>
    </dgm:pt>
    <dgm:pt modelId="{B13B2F68-E9B0-4363-80D1-CA320DAF5AF4}" type="pres">
      <dgm:prSet presAssocID="{EFEE9172-9A0C-4041-B243-D1DC272E9A10}" presName="extraNode" presStyleLbl="node1" presStyleIdx="0" presStyleCnt="5"/>
      <dgm:spPr/>
    </dgm:pt>
    <dgm:pt modelId="{06F25412-573C-4274-B650-C946CD9E138A}" type="pres">
      <dgm:prSet presAssocID="{EFEE9172-9A0C-4041-B243-D1DC272E9A10}" presName="dstNode" presStyleLbl="node1" presStyleIdx="0" presStyleCnt="5"/>
      <dgm:spPr/>
    </dgm:pt>
    <dgm:pt modelId="{43F41CD1-9F60-4662-8B2A-BB881146A126}" type="pres">
      <dgm:prSet presAssocID="{DB11670F-6BAF-4871-A65A-4807E6AFE3C3}" presName="text_1" presStyleLbl="node1" presStyleIdx="0" presStyleCnt="5">
        <dgm:presLayoutVars>
          <dgm:bulletEnabled val="1"/>
        </dgm:presLayoutVars>
      </dgm:prSet>
      <dgm:spPr/>
    </dgm:pt>
    <dgm:pt modelId="{2D3FAD5D-D3AF-4564-8BBE-7572576E43B6}" type="pres">
      <dgm:prSet presAssocID="{DB11670F-6BAF-4871-A65A-4807E6AFE3C3}" presName="accent_1" presStyleCnt="0"/>
      <dgm:spPr/>
    </dgm:pt>
    <dgm:pt modelId="{15C0E981-8D12-4AA1-A0B1-293AD906B7D2}" type="pres">
      <dgm:prSet presAssocID="{DB11670F-6BAF-4871-A65A-4807E6AFE3C3}" presName="accentRepeatNode" presStyleLbl="solidFgAcc1" presStyleIdx="0" presStyleCnt="5"/>
      <dgm:spPr/>
    </dgm:pt>
    <dgm:pt modelId="{FF39106F-91C9-4518-BCCA-DEFA995020C4}" type="pres">
      <dgm:prSet presAssocID="{A0971C25-7205-413B-8855-B3F59E0C1249}" presName="text_2" presStyleLbl="node1" presStyleIdx="1" presStyleCnt="5">
        <dgm:presLayoutVars>
          <dgm:bulletEnabled val="1"/>
        </dgm:presLayoutVars>
      </dgm:prSet>
      <dgm:spPr/>
    </dgm:pt>
    <dgm:pt modelId="{D077D453-BC07-4EBA-AA5B-23F3F71D0CC9}" type="pres">
      <dgm:prSet presAssocID="{A0971C25-7205-413B-8855-B3F59E0C1249}" presName="accent_2" presStyleCnt="0"/>
      <dgm:spPr/>
    </dgm:pt>
    <dgm:pt modelId="{418A4665-C988-4FB0-B09B-7B77432A8A83}" type="pres">
      <dgm:prSet presAssocID="{A0971C25-7205-413B-8855-B3F59E0C1249}" presName="accentRepeatNode" presStyleLbl="solidFgAcc1" presStyleIdx="1" presStyleCnt="5"/>
      <dgm:spPr/>
    </dgm:pt>
    <dgm:pt modelId="{0F64DB31-5F01-4F96-A043-0E08216BAED1}" type="pres">
      <dgm:prSet presAssocID="{9436AFDC-2D00-48D4-9758-00FF5EF1F69F}" presName="text_3" presStyleLbl="node1" presStyleIdx="2" presStyleCnt="5">
        <dgm:presLayoutVars>
          <dgm:bulletEnabled val="1"/>
        </dgm:presLayoutVars>
      </dgm:prSet>
      <dgm:spPr/>
    </dgm:pt>
    <dgm:pt modelId="{78C91862-F707-42E9-931C-BACC7CD28B34}" type="pres">
      <dgm:prSet presAssocID="{9436AFDC-2D00-48D4-9758-00FF5EF1F69F}" presName="accent_3" presStyleCnt="0"/>
      <dgm:spPr/>
    </dgm:pt>
    <dgm:pt modelId="{45B172D6-55A5-4C4A-B695-AA0CB5856FA4}" type="pres">
      <dgm:prSet presAssocID="{9436AFDC-2D00-48D4-9758-00FF5EF1F69F}" presName="accentRepeatNode" presStyleLbl="solidFgAcc1" presStyleIdx="2" presStyleCnt="5"/>
      <dgm:spPr/>
    </dgm:pt>
    <dgm:pt modelId="{BE253E62-7264-42B0-8853-DDA31E5A2DEA}" type="pres">
      <dgm:prSet presAssocID="{A9C60405-3C54-45F2-8E59-31AC94B41C3C}" presName="text_4" presStyleLbl="node1" presStyleIdx="3" presStyleCnt="5">
        <dgm:presLayoutVars>
          <dgm:bulletEnabled val="1"/>
        </dgm:presLayoutVars>
      </dgm:prSet>
      <dgm:spPr/>
    </dgm:pt>
    <dgm:pt modelId="{BA2965C6-5698-4A09-94E1-3A6C0AEA077A}" type="pres">
      <dgm:prSet presAssocID="{A9C60405-3C54-45F2-8E59-31AC94B41C3C}" presName="accent_4" presStyleCnt="0"/>
      <dgm:spPr/>
    </dgm:pt>
    <dgm:pt modelId="{DFD1A999-FCCD-4013-B982-704D4C471D9B}" type="pres">
      <dgm:prSet presAssocID="{A9C60405-3C54-45F2-8E59-31AC94B41C3C}" presName="accentRepeatNode" presStyleLbl="solidFgAcc1" presStyleIdx="3" presStyleCnt="5"/>
      <dgm:spPr/>
    </dgm:pt>
    <dgm:pt modelId="{BAF870B0-E795-4CCE-A6FA-C2B4C0FF506D}" type="pres">
      <dgm:prSet presAssocID="{F9C40A90-7ADA-4E8C-B848-49930AC6E073}" presName="text_5" presStyleLbl="node1" presStyleIdx="4" presStyleCnt="5">
        <dgm:presLayoutVars>
          <dgm:bulletEnabled val="1"/>
        </dgm:presLayoutVars>
      </dgm:prSet>
      <dgm:spPr/>
    </dgm:pt>
    <dgm:pt modelId="{3277D3D6-C1AC-46A4-933B-E12A2BFAABA8}" type="pres">
      <dgm:prSet presAssocID="{F9C40A90-7ADA-4E8C-B848-49930AC6E073}" presName="accent_5" presStyleCnt="0"/>
      <dgm:spPr/>
    </dgm:pt>
    <dgm:pt modelId="{C1D624CD-B1B6-4312-BC8D-0309D0FAC7DA}" type="pres">
      <dgm:prSet presAssocID="{F9C40A90-7ADA-4E8C-B848-49930AC6E073}" presName="accentRepeatNode" presStyleLbl="solidFgAcc1" presStyleIdx="4" presStyleCnt="5"/>
      <dgm:spPr/>
    </dgm:pt>
  </dgm:ptLst>
  <dgm:cxnLst>
    <dgm:cxn modelId="{99993B1F-01DC-4E7B-8C34-0E1CA7FE7891}" srcId="{EFEE9172-9A0C-4041-B243-D1DC272E9A10}" destId="{DB11670F-6BAF-4871-A65A-4807E6AFE3C3}" srcOrd="0" destOrd="0" parTransId="{D4F47145-9686-46DF-BCE2-D35988545982}" sibTransId="{3BB66D94-0681-4860-92D7-4B32B9AB13B3}"/>
    <dgm:cxn modelId="{C0F7513B-572E-4A2B-9F95-193109B38A11}" type="presOf" srcId="{DB11670F-6BAF-4871-A65A-4807E6AFE3C3}" destId="{43F41CD1-9F60-4662-8B2A-BB881146A126}" srcOrd="0" destOrd="0" presId="urn:microsoft.com/office/officeart/2008/layout/VerticalCurvedList"/>
    <dgm:cxn modelId="{E69BAE3E-6E78-469B-BC37-B95530901DE1}" type="presOf" srcId="{F9C40A90-7ADA-4E8C-B848-49930AC6E073}" destId="{BAF870B0-E795-4CCE-A6FA-C2B4C0FF506D}" srcOrd="0" destOrd="0" presId="urn:microsoft.com/office/officeart/2008/layout/VerticalCurvedList"/>
    <dgm:cxn modelId="{1ED32860-A087-4205-AD73-01EC82997047}" srcId="{EFEE9172-9A0C-4041-B243-D1DC272E9A10}" destId="{F9C40A90-7ADA-4E8C-B848-49930AC6E073}" srcOrd="4" destOrd="0" parTransId="{E9838FE6-B8F0-4CB0-B200-C51CF9352F01}" sibTransId="{66F7F4B5-3151-4CA3-8D2E-75F6AF3DD0D7}"/>
    <dgm:cxn modelId="{CB10D750-B228-490D-81F3-EDB2BD4D7C13}" srcId="{EFEE9172-9A0C-4041-B243-D1DC272E9A10}" destId="{9436AFDC-2D00-48D4-9758-00FF5EF1F69F}" srcOrd="2" destOrd="0" parTransId="{6049846E-C231-4A21-8FD1-D62684693B44}" sibTransId="{1A7877F0-920C-4F24-951E-1592D7469A9C}"/>
    <dgm:cxn modelId="{AB625390-3386-45E7-BEC3-967D0F93C30B}" srcId="{EFEE9172-9A0C-4041-B243-D1DC272E9A10}" destId="{A9C60405-3C54-45F2-8E59-31AC94B41C3C}" srcOrd="3" destOrd="0" parTransId="{A9F5D3E6-9DE5-4005-8B5E-50181ED9BCD6}" sibTransId="{3230BEC7-E0BD-4183-A632-E8D9465E4B5B}"/>
    <dgm:cxn modelId="{C060E59C-575E-43A9-B9E9-50AC8D56CD9D}" type="presOf" srcId="{9436AFDC-2D00-48D4-9758-00FF5EF1F69F}" destId="{0F64DB31-5F01-4F96-A043-0E08216BAED1}" srcOrd="0" destOrd="0" presId="urn:microsoft.com/office/officeart/2008/layout/VerticalCurvedList"/>
    <dgm:cxn modelId="{231D05A3-18EC-4575-9217-2B20C1A5BE5A}" type="presOf" srcId="{A9C60405-3C54-45F2-8E59-31AC94B41C3C}" destId="{BE253E62-7264-42B0-8853-DDA31E5A2DEA}" srcOrd="0" destOrd="0" presId="urn:microsoft.com/office/officeart/2008/layout/VerticalCurvedList"/>
    <dgm:cxn modelId="{27FFEDC9-9AEC-4BC6-985D-923E5CDBABC3}" type="presOf" srcId="{3BB66D94-0681-4860-92D7-4B32B9AB13B3}" destId="{CB0B596F-6475-4A18-9ECC-3A0DF1F44834}" srcOrd="0" destOrd="0" presId="urn:microsoft.com/office/officeart/2008/layout/VerticalCurvedList"/>
    <dgm:cxn modelId="{B77123F0-0CB5-45D8-80FD-15E6B64768D2}" type="presOf" srcId="{EFEE9172-9A0C-4041-B243-D1DC272E9A10}" destId="{5CA4AEA5-A5F0-493C-884E-01EBA2F16956}" srcOrd="0" destOrd="0" presId="urn:microsoft.com/office/officeart/2008/layout/VerticalCurvedList"/>
    <dgm:cxn modelId="{51B78DFA-D0E9-4782-A97A-F880DBD90FED}" type="presOf" srcId="{A0971C25-7205-413B-8855-B3F59E0C1249}" destId="{FF39106F-91C9-4518-BCCA-DEFA995020C4}" srcOrd="0" destOrd="0" presId="urn:microsoft.com/office/officeart/2008/layout/VerticalCurvedList"/>
    <dgm:cxn modelId="{BEE55CFE-B93B-4D4D-9DEB-B630AD5616DE}" srcId="{EFEE9172-9A0C-4041-B243-D1DC272E9A10}" destId="{A0971C25-7205-413B-8855-B3F59E0C1249}" srcOrd="1" destOrd="0" parTransId="{57DFCB17-1D38-4470-915B-A5D90BC4C39C}" sibTransId="{0EF7BE57-F794-41AC-B1C5-7BC1D07B3DBE}"/>
    <dgm:cxn modelId="{3C33FD2E-C6E8-42EA-BF3B-A2BF9E82348B}" type="presParOf" srcId="{5CA4AEA5-A5F0-493C-884E-01EBA2F16956}" destId="{182C3F8A-BDF7-4E4B-A3A2-4554CC21719C}" srcOrd="0" destOrd="0" presId="urn:microsoft.com/office/officeart/2008/layout/VerticalCurvedList"/>
    <dgm:cxn modelId="{ADBDEF7D-4963-476B-A5DD-CD65E3F1AD3C}" type="presParOf" srcId="{182C3F8A-BDF7-4E4B-A3A2-4554CC21719C}" destId="{78CFF274-025F-48A4-96E4-957E9C7FFD8C}" srcOrd="0" destOrd="0" presId="urn:microsoft.com/office/officeart/2008/layout/VerticalCurvedList"/>
    <dgm:cxn modelId="{B2A08AEF-043F-4991-B8E4-543203612A89}" type="presParOf" srcId="{78CFF274-025F-48A4-96E4-957E9C7FFD8C}" destId="{DC78D6C3-9EAD-4940-8432-DC6460FFC27E}" srcOrd="0" destOrd="0" presId="urn:microsoft.com/office/officeart/2008/layout/VerticalCurvedList"/>
    <dgm:cxn modelId="{EB8A15CB-14CE-45EA-A454-03014FF9AF33}" type="presParOf" srcId="{78CFF274-025F-48A4-96E4-957E9C7FFD8C}" destId="{CB0B596F-6475-4A18-9ECC-3A0DF1F44834}" srcOrd="1" destOrd="0" presId="urn:microsoft.com/office/officeart/2008/layout/VerticalCurvedList"/>
    <dgm:cxn modelId="{5338E24E-97EC-4717-9190-4E0D95B1A6B0}" type="presParOf" srcId="{78CFF274-025F-48A4-96E4-957E9C7FFD8C}" destId="{B13B2F68-E9B0-4363-80D1-CA320DAF5AF4}" srcOrd="2" destOrd="0" presId="urn:microsoft.com/office/officeart/2008/layout/VerticalCurvedList"/>
    <dgm:cxn modelId="{903E7F6A-4EC7-4E62-835C-3954F9E3C305}" type="presParOf" srcId="{78CFF274-025F-48A4-96E4-957E9C7FFD8C}" destId="{06F25412-573C-4274-B650-C946CD9E138A}" srcOrd="3" destOrd="0" presId="urn:microsoft.com/office/officeart/2008/layout/VerticalCurvedList"/>
    <dgm:cxn modelId="{B66764C5-00DC-4272-BB16-0BF8CE87BA69}" type="presParOf" srcId="{182C3F8A-BDF7-4E4B-A3A2-4554CC21719C}" destId="{43F41CD1-9F60-4662-8B2A-BB881146A126}" srcOrd="1" destOrd="0" presId="urn:microsoft.com/office/officeart/2008/layout/VerticalCurvedList"/>
    <dgm:cxn modelId="{B031A202-69FC-4A81-9904-B966C665056D}" type="presParOf" srcId="{182C3F8A-BDF7-4E4B-A3A2-4554CC21719C}" destId="{2D3FAD5D-D3AF-4564-8BBE-7572576E43B6}" srcOrd="2" destOrd="0" presId="urn:microsoft.com/office/officeart/2008/layout/VerticalCurvedList"/>
    <dgm:cxn modelId="{08E46E79-B450-4B1C-815C-1DF942BD0A6C}" type="presParOf" srcId="{2D3FAD5D-D3AF-4564-8BBE-7572576E43B6}" destId="{15C0E981-8D12-4AA1-A0B1-293AD906B7D2}" srcOrd="0" destOrd="0" presId="urn:microsoft.com/office/officeart/2008/layout/VerticalCurvedList"/>
    <dgm:cxn modelId="{948917A2-4430-41DA-8AC0-AC6D34A2C5BC}" type="presParOf" srcId="{182C3F8A-BDF7-4E4B-A3A2-4554CC21719C}" destId="{FF39106F-91C9-4518-BCCA-DEFA995020C4}" srcOrd="3" destOrd="0" presId="urn:microsoft.com/office/officeart/2008/layout/VerticalCurvedList"/>
    <dgm:cxn modelId="{84ACC00D-48BF-402E-93CE-2B3A3B6F3704}" type="presParOf" srcId="{182C3F8A-BDF7-4E4B-A3A2-4554CC21719C}" destId="{D077D453-BC07-4EBA-AA5B-23F3F71D0CC9}" srcOrd="4" destOrd="0" presId="urn:microsoft.com/office/officeart/2008/layout/VerticalCurvedList"/>
    <dgm:cxn modelId="{B741C885-2484-44FF-99C7-BBB48DB09B79}" type="presParOf" srcId="{D077D453-BC07-4EBA-AA5B-23F3F71D0CC9}" destId="{418A4665-C988-4FB0-B09B-7B77432A8A83}" srcOrd="0" destOrd="0" presId="urn:microsoft.com/office/officeart/2008/layout/VerticalCurvedList"/>
    <dgm:cxn modelId="{AC47F95A-171D-46A2-961D-1D82B31364D1}" type="presParOf" srcId="{182C3F8A-BDF7-4E4B-A3A2-4554CC21719C}" destId="{0F64DB31-5F01-4F96-A043-0E08216BAED1}" srcOrd="5" destOrd="0" presId="urn:microsoft.com/office/officeart/2008/layout/VerticalCurvedList"/>
    <dgm:cxn modelId="{8A365B4C-EB71-400F-AC18-2F22E090012F}" type="presParOf" srcId="{182C3F8A-BDF7-4E4B-A3A2-4554CC21719C}" destId="{78C91862-F707-42E9-931C-BACC7CD28B34}" srcOrd="6" destOrd="0" presId="urn:microsoft.com/office/officeart/2008/layout/VerticalCurvedList"/>
    <dgm:cxn modelId="{3D32C21A-F007-49E4-9094-7172AFA19EF6}" type="presParOf" srcId="{78C91862-F707-42E9-931C-BACC7CD28B34}" destId="{45B172D6-55A5-4C4A-B695-AA0CB5856FA4}" srcOrd="0" destOrd="0" presId="urn:microsoft.com/office/officeart/2008/layout/VerticalCurvedList"/>
    <dgm:cxn modelId="{81CD26FE-2DDF-4DFC-9B3F-ABB69233AC67}" type="presParOf" srcId="{182C3F8A-BDF7-4E4B-A3A2-4554CC21719C}" destId="{BE253E62-7264-42B0-8853-DDA31E5A2DEA}" srcOrd="7" destOrd="0" presId="urn:microsoft.com/office/officeart/2008/layout/VerticalCurvedList"/>
    <dgm:cxn modelId="{35A50BAA-7D11-492F-9D3C-1C4E0738F6D4}" type="presParOf" srcId="{182C3F8A-BDF7-4E4B-A3A2-4554CC21719C}" destId="{BA2965C6-5698-4A09-94E1-3A6C0AEA077A}" srcOrd="8" destOrd="0" presId="urn:microsoft.com/office/officeart/2008/layout/VerticalCurvedList"/>
    <dgm:cxn modelId="{669D2B83-431B-4CE2-B3FF-B00C5C2E3243}" type="presParOf" srcId="{BA2965C6-5698-4A09-94E1-3A6C0AEA077A}" destId="{DFD1A999-FCCD-4013-B982-704D4C471D9B}" srcOrd="0" destOrd="0" presId="urn:microsoft.com/office/officeart/2008/layout/VerticalCurvedList"/>
    <dgm:cxn modelId="{A268DDB5-A683-4974-B0BD-620C9EF5A228}" type="presParOf" srcId="{182C3F8A-BDF7-4E4B-A3A2-4554CC21719C}" destId="{BAF870B0-E795-4CCE-A6FA-C2B4C0FF506D}" srcOrd="9" destOrd="0" presId="urn:microsoft.com/office/officeart/2008/layout/VerticalCurvedList"/>
    <dgm:cxn modelId="{5B4363FC-95D4-4FBB-9BD3-4243AA1552EF}" type="presParOf" srcId="{182C3F8A-BDF7-4E4B-A3A2-4554CC21719C}" destId="{3277D3D6-C1AC-46A4-933B-E12A2BFAABA8}" srcOrd="10" destOrd="0" presId="urn:microsoft.com/office/officeart/2008/layout/VerticalCurvedList"/>
    <dgm:cxn modelId="{850C848D-EDB1-44D7-8730-C0DECFC1A26D}" type="presParOf" srcId="{3277D3D6-C1AC-46A4-933B-E12A2BFAABA8}" destId="{C1D624CD-B1B6-4312-BC8D-0309D0FAC7D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8D4E4FA-C5A1-4303-875E-4E686E9CC07D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3" csCatId="accent1"/>
      <dgm:spPr/>
      <dgm:t>
        <a:bodyPr/>
        <a:lstStyle/>
        <a:p>
          <a:endParaRPr lang="fr-FR"/>
        </a:p>
      </dgm:t>
    </dgm:pt>
    <dgm:pt modelId="{1FD5FFB3-45D9-47AE-8C77-36B5F53278AC}">
      <dgm:prSet/>
      <dgm:spPr/>
      <dgm:t>
        <a:bodyPr/>
        <a:lstStyle/>
        <a:p>
          <a:r>
            <a:rPr lang="fr-FR" b="0" i="0"/>
            <a:t>Données synthétiques → AUC élevée à revalider sur données réelles.</a:t>
          </a:r>
          <a:endParaRPr lang="fr-FR"/>
        </a:p>
      </dgm:t>
    </dgm:pt>
    <dgm:pt modelId="{59C966DD-AC7F-47F7-B685-0A4B01B8D9EE}" type="parTrans" cxnId="{0773EA67-1049-4954-9A93-FCC2E87A099E}">
      <dgm:prSet/>
      <dgm:spPr/>
      <dgm:t>
        <a:bodyPr/>
        <a:lstStyle/>
        <a:p>
          <a:endParaRPr lang="fr-FR"/>
        </a:p>
      </dgm:t>
    </dgm:pt>
    <dgm:pt modelId="{505F9C92-B54C-4D50-83FE-B9268E5A9B95}" type="sibTrans" cxnId="{0773EA67-1049-4954-9A93-FCC2E87A099E}">
      <dgm:prSet/>
      <dgm:spPr/>
      <dgm:t>
        <a:bodyPr/>
        <a:lstStyle/>
        <a:p>
          <a:endParaRPr lang="fr-FR"/>
        </a:p>
      </dgm:t>
    </dgm:pt>
    <dgm:pt modelId="{4DE7511C-4B8F-4FC9-A4EA-7381D545C83A}">
      <dgm:prSet/>
      <dgm:spPr/>
      <dgm:t>
        <a:bodyPr/>
        <a:lstStyle/>
        <a:p>
          <a:r>
            <a:rPr lang="fr-FR" b="0" i="0"/>
            <a:t>Corrélation ≠ causalité → A/B test nécessaire avant conclusion business.</a:t>
          </a:r>
          <a:endParaRPr lang="fr-FR"/>
        </a:p>
      </dgm:t>
    </dgm:pt>
    <dgm:pt modelId="{677EBC9D-5649-433C-B092-CD99AB6E254D}" type="parTrans" cxnId="{AC714C51-CB64-4B89-A1D7-B9C76FFA0E28}">
      <dgm:prSet/>
      <dgm:spPr/>
      <dgm:t>
        <a:bodyPr/>
        <a:lstStyle/>
        <a:p>
          <a:endParaRPr lang="fr-FR"/>
        </a:p>
      </dgm:t>
    </dgm:pt>
    <dgm:pt modelId="{A29FC1B0-7CA5-461F-8C68-0AE52FE5C580}" type="sibTrans" cxnId="{AC714C51-CB64-4B89-A1D7-B9C76FFA0E28}">
      <dgm:prSet/>
      <dgm:spPr/>
      <dgm:t>
        <a:bodyPr/>
        <a:lstStyle/>
        <a:p>
          <a:endParaRPr lang="fr-FR"/>
        </a:p>
      </dgm:t>
    </dgm:pt>
    <dgm:pt modelId="{8DC1CC7D-0ECC-4474-A11A-84B234C667E1}">
      <dgm:prSet/>
      <dgm:spPr/>
      <dgm:t>
        <a:bodyPr/>
        <a:lstStyle/>
        <a:p>
          <a:r>
            <a:rPr lang="fr-FR" b="0" i="0"/>
            <a:t>Production réelle : DPO, DPIA/AIPD, RBAC DB, coffre de secrets, dashboards.</a:t>
          </a:r>
          <a:endParaRPr lang="fr-FR"/>
        </a:p>
      </dgm:t>
    </dgm:pt>
    <dgm:pt modelId="{B193EB55-64B5-4DDD-905E-6CED83F54179}" type="parTrans" cxnId="{8DEC6009-D3BD-4D81-86C9-0757F1D0436A}">
      <dgm:prSet/>
      <dgm:spPr/>
      <dgm:t>
        <a:bodyPr/>
        <a:lstStyle/>
        <a:p>
          <a:endParaRPr lang="fr-FR"/>
        </a:p>
      </dgm:t>
    </dgm:pt>
    <dgm:pt modelId="{8920EE24-292F-4E9F-8828-D85843970A23}" type="sibTrans" cxnId="{8DEC6009-D3BD-4D81-86C9-0757F1D0436A}">
      <dgm:prSet/>
      <dgm:spPr/>
      <dgm:t>
        <a:bodyPr/>
        <a:lstStyle/>
        <a:p>
          <a:endParaRPr lang="fr-FR"/>
        </a:p>
      </dgm:t>
    </dgm:pt>
    <dgm:pt modelId="{0B1BB656-900E-43ED-995F-03E06EC25323}">
      <dgm:prSet/>
      <dgm:spPr/>
      <dgm:t>
        <a:bodyPr/>
        <a:lstStyle/>
        <a:p>
          <a:r>
            <a:rPr lang="fr-FR" b="0" i="0"/>
            <a:t>Run réel : confirmer le TCO avec la DSI, brancher le canal d'alerte et tester les sauvegardes.</a:t>
          </a:r>
          <a:endParaRPr lang="fr-FR"/>
        </a:p>
      </dgm:t>
    </dgm:pt>
    <dgm:pt modelId="{E9FB7A0C-1A51-4056-B884-98813ACA66BD}" type="parTrans" cxnId="{C60B02AE-4A95-4480-8F61-1B9543B5A473}">
      <dgm:prSet/>
      <dgm:spPr/>
      <dgm:t>
        <a:bodyPr/>
        <a:lstStyle/>
        <a:p>
          <a:endParaRPr lang="fr-FR"/>
        </a:p>
      </dgm:t>
    </dgm:pt>
    <dgm:pt modelId="{AD664C2B-3621-4E4A-AA6A-83FFE284455A}" type="sibTrans" cxnId="{C60B02AE-4A95-4480-8F61-1B9543B5A473}">
      <dgm:prSet/>
      <dgm:spPr/>
      <dgm:t>
        <a:bodyPr/>
        <a:lstStyle/>
        <a:p>
          <a:endParaRPr lang="fr-FR"/>
        </a:p>
      </dgm:t>
    </dgm:pt>
    <dgm:pt modelId="{FEB1199B-8FCE-4855-83AA-2C2279E9DFC0}">
      <dgm:prSet/>
      <dgm:spPr/>
      <dgm:t>
        <a:bodyPr/>
        <a:lstStyle/>
        <a:p>
          <a:r>
            <a:rPr lang="fr-FR" b="0" i="0"/>
            <a:t>Éthique : surveiller l'équité en continu, documenter les recours.</a:t>
          </a:r>
          <a:endParaRPr lang="fr-FR"/>
        </a:p>
      </dgm:t>
    </dgm:pt>
    <dgm:pt modelId="{1DB4B220-F79F-404C-9E03-232843052DBA}" type="parTrans" cxnId="{6531ACC2-6CEC-43F7-AD4D-346C75F9BBC7}">
      <dgm:prSet/>
      <dgm:spPr/>
      <dgm:t>
        <a:bodyPr/>
        <a:lstStyle/>
        <a:p>
          <a:endParaRPr lang="fr-FR"/>
        </a:p>
      </dgm:t>
    </dgm:pt>
    <dgm:pt modelId="{F662FA58-F0ED-4092-888D-B6249606EC4A}" type="sibTrans" cxnId="{6531ACC2-6CEC-43F7-AD4D-346C75F9BBC7}">
      <dgm:prSet/>
      <dgm:spPr/>
      <dgm:t>
        <a:bodyPr/>
        <a:lstStyle/>
        <a:p>
          <a:endParaRPr lang="fr-FR"/>
        </a:p>
      </dgm:t>
    </dgm:pt>
    <dgm:pt modelId="{326CC1D4-7C73-4B97-9474-3E50438C173A}">
      <dgm:prSet/>
      <dgm:spPr/>
      <dgm:t>
        <a:bodyPr/>
        <a:lstStyle/>
        <a:p>
          <a:r>
            <a:rPr lang="fr-FR" b="0" i="0"/>
            <a:t>Le score priorise, il ne décide pas.</a:t>
          </a:r>
          <a:endParaRPr lang="fr-FR"/>
        </a:p>
      </dgm:t>
    </dgm:pt>
    <dgm:pt modelId="{7879F6CE-37F7-421F-8CD4-6BC2149F1AD0}" type="parTrans" cxnId="{44EF7C57-116A-41D9-B6EF-F5D45DE6CC04}">
      <dgm:prSet/>
      <dgm:spPr/>
      <dgm:t>
        <a:bodyPr/>
        <a:lstStyle/>
        <a:p>
          <a:endParaRPr lang="fr-FR"/>
        </a:p>
      </dgm:t>
    </dgm:pt>
    <dgm:pt modelId="{42322719-2A8C-4DCE-B8F8-CB799F2A05FA}" type="sibTrans" cxnId="{44EF7C57-116A-41D9-B6EF-F5D45DE6CC04}">
      <dgm:prSet/>
      <dgm:spPr/>
      <dgm:t>
        <a:bodyPr/>
        <a:lstStyle/>
        <a:p>
          <a:endParaRPr lang="fr-FR"/>
        </a:p>
      </dgm:t>
    </dgm:pt>
    <dgm:pt modelId="{56F3206E-8112-4E0A-9472-9D0425D7E597}" type="pres">
      <dgm:prSet presAssocID="{98D4E4FA-C5A1-4303-875E-4E686E9CC07D}" presName="Name0" presStyleCnt="0">
        <dgm:presLayoutVars>
          <dgm:chMax val="7"/>
          <dgm:chPref val="7"/>
          <dgm:dir/>
        </dgm:presLayoutVars>
      </dgm:prSet>
      <dgm:spPr/>
    </dgm:pt>
    <dgm:pt modelId="{16B03F82-DF00-4B49-8284-8A7F647A4E6B}" type="pres">
      <dgm:prSet presAssocID="{98D4E4FA-C5A1-4303-875E-4E686E9CC07D}" presName="Name1" presStyleCnt="0"/>
      <dgm:spPr/>
    </dgm:pt>
    <dgm:pt modelId="{997832A2-4799-41AE-91B2-8B14AF591BD9}" type="pres">
      <dgm:prSet presAssocID="{98D4E4FA-C5A1-4303-875E-4E686E9CC07D}" presName="cycle" presStyleCnt="0"/>
      <dgm:spPr/>
    </dgm:pt>
    <dgm:pt modelId="{837B968A-1533-45F3-A7F7-D07E8C621721}" type="pres">
      <dgm:prSet presAssocID="{98D4E4FA-C5A1-4303-875E-4E686E9CC07D}" presName="srcNode" presStyleLbl="node1" presStyleIdx="0" presStyleCnt="6"/>
      <dgm:spPr/>
    </dgm:pt>
    <dgm:pt modelId="{A1276F55-4D7C-4E14-A643-390BEB8F8BA4}" type="pres">
      <dgm:prSet presAssocID="{98D4E4FA-C5A1-4303-875E-4E686E9CC07D}" presName="conn" presStyleLbl="parChTrans1D2" presStyleIdx="0" presStyleCnt="1"/>
      <dgm:spPr/>
    </dgm:pt>
    <dgm:pt modelId="{7637B922-E1F3-456A-BFAF-5CCE361096A6}" type="pres">
      <dgm:prSet presAssocID="{98D4E4FA-C5A1-4303-875E-4E686E9CC07D}" presName="extraNode" presStyleLbl="node1" presStyleIdx="0" presStyleCnt="6"/>
      <dgm:spPr/>
    </dgm:pt>
    <dgm:pt modelId="{A5B7A7E9-49EC-4EB4-AA0D-00061C20BEA6}" type="pres">
      <dgm:prSet presAssocID="{98D4E4FA-C5A1-4303-875E-4E686E9CC07D}" presName="dstNode" presStyleLbl="node1" presStyleIdx="0" presStyleCnt="6"/>
      <dgm:spPr/>
    </dgm:pt>
    <dgm:pt modelId="{81F29150-FF1C-474D-A990-10F4D8538AA4}" type="pres">
      <dgm:prSet presAssocID="{1FD5FFB3-45D9-47AE-8C77-36B5F53278AC}" presName="text_1" presStyleLbl="node1" presStyleIdx="0" presStyleCnt="6">
        <dgm:presLayoutVars>
          <dgm:bulletEnabled val="1"/>
        </dgm:presLayoutVars>
      </dgm:prSet>
      <dgm:spPr/>
    </dgm:pt>
    <dgm:pt modelId="{066A8D68-96F7-42F4-8036-BA691C213290}" type="pres">
      <dgm:prSet presAssocID="{1FD5FFB3-45D9-47AE-8C77-36B5F53278AC}" presName="accent_1" presStyleCnt="0"/>
      <dgm:spPr/>
    </dgm:pt>
    <dgm:pt modelId="{7FB2D5DC-BDA6-4098-9661-B878DDA02C71}" type="pres">
      <dgm:prSet presAssocID="{1FD5FFB3-45D9-47AE-8C77-36B5F53278AC}" presName="accentRepeatNode" presStyleLbl="solidFgAcc1" presStyleIdx="0" presStyleCnt="6"/>
      <dgm:spPr/>
    </dgm:pt>
    <dgm:pt modelId="{C2FE376C-4A00-466F-BFD6-571965E9469E}" type="pres">
      <dgm:prSet presAssocID="{4DE7511C-4B8F-4FC9-A4EA-7381D545C83A}" presName="text_2" presStyleLbl="node1" presStyleIdx="1" presStyleCnt="6">
        <dgm:presLayoutVars>
          <dgm:bulletEnabled val="1"/>
        </dgm:presLayoutVars>
      </dgm:prSet>
      <dgm:spPr/>
    </dgm:pt>
    <dgm:pt modelId="{A7FFAAE1-58FF-4D9B-A47C-608ECD258F5B}" type="pres">
      <dgm:prSet presAssocID="{4DE7511C-4B8F-4FC9-A4EA-7381D545C83A}" presName="accent_2" presStyleCnt="0"/>
      <dgm:spPr/>
    </dgm:pt>
    <dgm:pt modelId="{CD4CDD14-F639-45D2-BDDF-E228E3E64152}" type="pres">
      <dgm:prSet presAssocID="{4DE7511C-4B8F-4FC9-A4EA-7381D545C83A}" presName="accentRepeatNode" presStyleLbl="solidFgAcc1" presStyleIdx="1" presStyleCnt="6"/>
      <dgm:spPr/>
    </dgm:pt>
    <dgm:pt modelId="{B0D150CF-6C91-4D73-B534-A748BC33D5C6}" type="pres">
      <dgm:prSet presAssocID="{8DC1CC7D-0ECC-4474-A11A-84B234C667E1}" presName="text_3" presStyleLbl="node1" presStyleIdx="2" presStyleCnt="6">
        <dgm:presLayoutVars>
          <dgm:bulletEnabled val="1"/>
        </dgm:presLayoutVars>
      </dgm:prSet>
      <dgm:spPr/>
    </dgm:pt>
    <dgm:pt modelId="{0263611C-585B-4E3C-9D44-DCC3607D7AC5}" type="pres">
      <dgm:prSet presAssocID="{8DC1CC7D-0ECC-4474-A11A-84B234C667E1}" presName="accent_3" presStyleCnt="0"/>
      <dgm:spPr/>
    </dgm:pt>
    <dgm:pt modelId="{7A2DF211-579F-4551-A21C-94D2A2A9A431}" type="pres">
      <dgm:prSet presAssocID="{8DC1CC7D-0ECC-4474-A11A-84B234C667E1}" presName="accentRepeatNode" presStyleLbl="solidFgAcc1" presStyleIdx="2" presStyleCnt="6"/>
      <dgm:spPr/>
    </dgm:pt>
    <dgm:pt modelId="{541F545E-4777-4738-8637-3018FD3F2DD6}" type="pres">
      <dgm:prSet presAssocID="{0B1BB656-900E-43ED-995F-03E06EC25323}" presName="text_4" presStyleLbl="node1" presStyleIdx="3" presStyleCnt="6">
        <dgm:presLayoutVars>
          <dgm:bulletEnabled val="1"/>
        </dgm:presLayoutVars>
      </dgm:prSet>
      <dgm:spPr/>
    </dgm:pt>
    <dgm:pt modelId="{E6C5A0AB-6619-4687-9C13-7C6EB81A8520}" type="pres">
      <dgm:prSet presAssocID="{0B1BB656-900E-43ED-995F-03E06EC25323}" presName="accent_4" presStyleCnt="0"/>
      <dgm:spPr/>
    </dgm:pt>
    <dgm:pt modelId="{DE66AC2B-E456-4D6F-829D-48010554AD1E}" type="pres">
      <dgm:prSet presAssocID="{0B1BB656-900E-43ED-995F-03E06EC25323}" presName="accentRepeatNode" presStyleLbl="solidFgAcc1" presStyleIdx="3" presStyleCnt="6"/>
      <dgm:spPr/>
    </dgm:pt>
    <dgm:pt modelId="{C1FA307B-1808-47C0-B2C7-DA7A6EE9EB2F}" type="pres">
      <dgm:prSet presAssocID="{FEB1199B-8FCE-4855-83AA-2C2279E9DFC0}" presName="text_5" presStyleLbl="node1" presStyleIdx="4" presStyleCnt="6">
        <dgm:presLayoutVars>
          <dgm:bulletEnabled val="1"/>
        </dgm:presLayoutVars>
      </dgm:prSet>
      <dgm:spPr/>
    </dgm:pt>
    <dgm:pt modelId="{544C4DA7-7E8C-47AC-8D52-B203B5C255DA}" type="pres">
      <dgm:prSet presAssocID="{FEB1199B-8FCE-4855-83AA-2C2279E9DFC0}" presName="accent_5" presStyleCnt="0"/>
      <dgm:spPr/>
    </dgm:pt>
    <dgm:pt modelId="{F7937204-89EB-4785-B326-0AFEB1B0A3B5}" type="pres">
      <dgm:prSet presAssocID="{FEB1199B-8FCE-4855-83AA-2C2279E9DFC0}" presName="accentRepeatNode" presStyleLbl="solidFgAcc1" presStyleIdx="4" presStyleCnt="6"/>
      <dgm:spPr/>
    </dgm:pt>
    <dgm:pt modelId="{9FA02FCE-E4FF-43D8-8905-F04AF2140B27}" type="pres">
      <dgm:prSet presAssocID="{326CC1D4-7C73-4B97-9474-3E50438C173A}" presName="text_6" presStyleLbl="node1" presStyleIdx="5" presStyleCnt="6">
        <dgm:presLayoutVars>
          <dgm:bulletEnabled val="1"/>
        </dgm:presLayoutVars>
      </dgm:prSet>
      <dgm:spPr/>
    </dgm:pt>
    <dgm:pt modelId="{69645A49-68F6-401F-8442-C723F9C604AA}" type="pres">
      <dgm:prSet presAssocID="{326CC1D4-7C73-4B97-9474-3E50438C173A}" presName="accent_6" presStyleCnt="0"/>
      <dgm:spPr/>
    </dgm:pt>
    <dgm:pt modelId="{DCDC4DCB-FC96-4DED-A5B8-2A5D86A90C9D}" type="pres">
      <dgm:prSet presAssocID="{326CC1D4-7C73-4B97-9474-3E50438C173A}" presName="accentRepeatNode" presStyleLbl="solidFgAcc1" presStyleIdx="5" presStyleCnt="6"/>
      <dgm:spPr/>
    </dgm:pt>
  </dgm:ptLst>
  <dgm:cxnLst>
    <dgm:cxn modelId="{12F61C01-2A75-4BFA-A0F4-DD9F03E130C6}" type="presOf" srcId="{4DE7511C-4B8F-4FC9-A4EA-7381D545C83A}" destId="{C2FE376C-4A00-466F-BFD6-571965E9469E}" srcOrd="0" destOrd="0" presId="urn:microsoft.com/office/officeart/2008/layout/VerticalCurvedList"/>
    <dgm:cxn modelId="{8DEC6009-D3BD-4D81-86C9-0757F1D0436A}" srcId="{98D4E4FA-C5A1-4303-875E-4E686E9CC07D}" destId="{8DC1CC7D-0ECC-4474-A11A-84B234C667E1}" srcOrd="2" destOrd="0" parTransId="{B193EB55-64B5-4DDD-905E-6CED83F54179}" sibTransId="{8920EE24-292F-4E9F-8828-D85843970A23}"/>
    <dgm:cxn modelId="{6580DF3C-61CC-46D9-B865-2B3380E1C928}" type="presOf" srcId="{FEB1199B-8FCE-4855-83AA-2C2279E9DFC0}" destId="{C1FA307B-1808-47C0-B2C7-DA7A6EE9EB2F}" srcOrd="0" destOrd="0" presId="urn:microsoft.com/office/officeart/2008/layout/VerticalCurvedList"/>
    <dgm:cxn modelId="{0773EA67-1049-4954-9A93-FCC2E87A099E}" srcId="{98D4E4FA-C5A1-4303-875E-4E686E9CC07D}" destId="{1FD5FFB3-45D9-47AE-8C77-36B5F53278AC}" srcOrd="0" destOrd="0" parTransId="{59C966DD-AC7F-47F7-B685-0A4B01B8D9EE}" sibTransId="{505F9C92-B54C-4D50-83FE-B9268E5A9B95}"/>
    <dgm:cxn modelId="{AC714C51-CB64-4B89-A1D7-B9C76FFA0E28}" srcId="{98D4E4FA-C5A1-4303-875E-4E686E9CC07D}" destId="{4DE7511C-4B8F-4FC9-A4EA-7381D545C83A}" srcOrd="1" destOrd="0" parTransId="{677EBC9D-5649-433C-B092-CD99AB6E254D}" sibTransId="{A29FC1B0-7CA5-461F-8C68-0AE52FE5C580}"/>
    <dgm:cxn modelId="{44EF7C57-116A-41D9-B6EF-F5D45DE6CC04}" srcId="{98D4E4FA-C5A1-4303-875E-4E686E9CC07D}" destId="{326CC1D4-7C73-4B97-9474-3E50438C173A}" srcOrd="5" destOrd="0" parTransId="{7879F6CE-37F7-421F-8CD4-6BC2149F1AD0}" sibTransId="{42322719-2A8C-4DCE-B8F8-CB799F2A05FA}"/>
    <dgm:cxn modelId="{F791AE77-F1F1-4AD8-B39E-CC35FAD3247B}" type="presOf" srcId="{1FD5FFB3-45D9-47AE-8C77-36B5F53278AC}" destId="{81F29150-FF1C-474D-A990-10F4D8538AA4}" srcOrd="0" destOrd="0" presId="urn:microsoft.com/office/officeart/2008/layout/VerticalCurvedList"/>
    <dgm:cxn modelId="{C60B02AE-4A95-4480-8F61-1B9543B5A473}" srcId="{98D4E4FA-C5A1-4303-875E-4E686E9CC07D}" destId="{0B1BB656-900E-43ED-995F-03E06EC25323}" srcOrd="3" destOrd="0" parTransId="{E9FB7A0C-1A51-4056-B884-98813ACA66BD}" sibTransId="{AD664C2B-3621-4E4A-AA6A-83FFE284455A}"/>
    <dgm:cxn modelId="{6531ACC2-6CEC-43F7-AD4D-346C75F9BBC7}" srcId="{98D4E4FA-C5A1-4303-875E-4E686E9CC07D}" destId="{FEB1199B-8FCE-4855-83AA-2C2279E9DFC0}" srcOrd="4" destOrd="0" parTransId="{1DB4B220-F79F-404C-9E03-232843052DBA}" sibTransId="{F662FA58-F0ED-4092-888D-B6249606EC4A}"/>
    <dgm:cxn modelId="{D311C9C3-4C42-47F5-9BA8-D852B7399C0E}" type="presOf" srcId="{8DC1CC7D-0ECC-4474-A11A-84B234C667E1}" destId="{B0D150CF-6C91-4D73-B534-A748BC33D5C6}" srcOrd="0" destOrd="0" presId="urn:microsoft.com/office/officeart/2008/layout/VerticalCurvedList"/>
    <dgm:cxn modelId="{A8AC42D1-BA38-46C9-9739-3CCB85BD88AD}" type="presOf" srcId="{326CC1D4-7C73-4B97-9474-3E50438C173A}" destId="{9FA02FCE-E4FF-43D8-8905-F04AF2140B27}" srcOrd="0" destOrd="0" presId="urn:microsoft.com/office/officeart/2008/layout/VerticalCurvedList"/>
    <dgm:cxn modelId="{353A93E1-CFE3-4CA3-ABFA-11EE417BB3F7}" type="presOf" srcId="{98D4E4FA-C5A1-4303-875E-4E686E9CC07D}" destId="{56F3206E-8112-4E0A-9472-9D0425D7E597}" srcOrd="0" destOrd="0" presId="urn:microsoft.com/office/officeart/2008/layout/VerticalCurvedList"/>
    <dgm:cxn modelId="{37FE89E9-CF5E-4192-ADA9-71C70B76F98A}" type="presOf" srcId="{0B1BB656-900E-43ED-995F-03E06EC25323}" destId="{541F545E-4777-4738-8637-3018FD3F2DD6}" srcOrd="0" destOrd="0" presId="urn:microsoft.com/office/officeart/2008/layout/VerticalCurvedList"/>
    <dgm:cxn modelId="{AEB7EAFF-BDF4-4F9B-AE18-01C9129D698A}" type="presOf" srcId="{505F9C92-B54C-4D50-83FE-B9268E5A9B95}" destId="{A1276F55-4D7C-4E14-A643-390BEB8F8BA4}" srcOrd="0" destOrd="0" presId="urn:microsoft.com/office/officeart/2008/layout/VerticalCurvedList"/>
    <dgm:cxn modelId="{7A2D11D4-B36A-44E8-9C0F-DEF61217DCD6}" type="presParOf" srcId="{56F3206E-8112-4E0A-9472-9D0425D7E597}" destId="{16B03F82-DF00-4B49-8284-8A7F647A4E6B}" srcOrd="0" destOrd="0" presId="urn:microsoft.com/office/officeart/2008/layout/VerticalCurvedList"/>
    <dgm:cxn modelId="{20536A0C-2E3C-4F90-8397-7F34D22A903D}" type="presParOf" srcId="{16B03F82-DF00-4B49-8284-8A7F647A4E6B}" destId="{997832A2-4799-41AE-91B2-8B14AF591BD9}" srcOrd="0" destOrd="0" presId="urn:microsoft.com/office/officeart/2008/layout/VerticalCurvedList"/>
    <dgm:cxn modelId="{1BEA3FB1-B2E8-4CBC-92DA-35DF6019CB7E}" type="presParOf" srcId="{997832A2-4799-41AE-91B2-8B14AF591BD9}" destId="{837B968A-1533-45F3-A7F7-D07E8C621721}" srcOrd="0" destOrd="0" presId="urn:microsoft.com/office/officeart/2008/layout/VerticalCurvedList"/>
    <dgm:cxn modelId="{B2454871-5615-46A4-AE40-5287A1C7DBC3}" type="presParOf" srcId="{997832A2-4799-41AE-91B2-8B14AF591BD9}" destId="{A1276F55-4D7C-4E14-A643-390BEB8F8BA4}" srcOrd="1" destOrd="0" presId="urn:microsoft.com/office/officeart/2008/layout/VerticalCurvedList"/>
    <dgm:cxn modelId="{60EED898-02BB-48C3-A88D-EF941C0CB812}" type="presParOf" srcId="{997832A2-4799-41AE-91B2-8B14AF591BD9}" destId="{7637B922-E1F3-456A-BFAF-5CCE361096A6}" srcOrd="2" destOrd="0" presId="urn:microsoft.com/office/officeart/2008/layout/VerticalCurvedList"/>
    <dgm:cxn modelId="{B5726622-C1E1-4003-AE8B-938874A150D5}" type="presParOf" srcId="{997832A2-4799-41AE-91B2-8B14AF591BD9}" destId="{A5B7A7E9-49EC-4EB4-AA0D-00061C20BEA6}" srcOrd="3" destOrd="0" presId="urn:microsoft.com/office/officeart/2008/layout/VerticalCurvedList"/>
    <dgm:cxn modelId="{147D82DE-2010-44D0-B0F0-B76B1923A86F}" type="presParOf" srcId="{16B03F82-DF00-4B49-8284-8A7F647A4E6B}" destId="{81F29150-FF1C-474D-A990-10F4D8538AA4}" srcOrd="1" destOrd="0" presId="urn:microsoft.com/office/officeart/2008/layout/VerticalCurvedList"/>
    <dgm:cxn modelId="{DD59676C-00DC-4E17-9DB2-A3CF820E795D}" type="presParOf" srcId="{16B03F82-DF00-4B49-8284-8A7F647A4E6B}" destId="{066A8D68-96F7-42F4-8036-BA691C213290}" srcOrd="2" destOrd="0" presId="urn:microsoft.com/office/officeart/2008/layout/VerticalCurvedList"/>
    <dgm:cxn modelId="{4598E10C-D8C8-4CD6-80A3-F5967358052C}" type="presParOf" srcId="{066A8D68-96F7-42F4-8036-BA691C213290}" destId="{7FB2D5DC-BDA6-4098-9661-B878DDA02C71}" srcOrd="0" destOrd="0" presId="urn:microsoft.com/office/officeart/2008/layout/VerticalCurvedList"/>
    <dgm:cxn modelId="{1B173FE8-F341-4C50-87CC-F294B3B9C4FD}" type="presParOf" srcId="{16B03F82-DF00-4B49-8284-8A7F647A4E6B}" destId="{C2FE376C-4A00-466F-BFD6-571965E9469E}" srcOrd="3" destOrd="0" presId="urn:microsoft.com/office/officeart/2008/layout/VerticalCurvedList"/>
    <dgm:cxn modelId="{D810B352-49B4-4C72-AEC1-A4A30ED7EEF5}" type="presParOf" srcId="{16B03F82-DF00-4B49-8284-8A7F647A4E6B}" destId="{A7FFAAE1-58FF-4D9B-A47C-608ECD258F5B}" srcOrd="4" destOrd="0" presId="urn:microsoft.com/office/officeart/2008/layout/VerticalCurvedList"/>
    <dgm:cxn modelId="{21BB931A-D0D2-4D6E-96B1-53C706548825}" type="presParOf" srcId="{A7FFAAE1-58FF-4D9B-A47C-608ECD258F5B}" destId="{CD4CDD14-F639-45D2-BDDF-E228E3E64152}" srcOrd="0" destOrd="0" presId="urn:microsoft.com/office/officeart/2008/layout/VerticalCurvedList"/>
    <dgm:cxn modelId="{A19E65F1-E631-4E56-9477-9E19341C9CC5}" type="presParOf" srcId="{16B03F82-DF00-4B49-8284-8A7F647A4E6B}" destId="{B0D150CF-6C91-4D73-B534-A748BC33D5C6}" srcOrd="5" destOrd="0" presId="urn:microsoft.com/office/officeart/2008/layout/VerticalCurvedList"/>
    <dgm:cxn modelId="{01C56FF7-FBDC-40DF-AB3B-267394B22705}" type="presParOf" srcId="{16B03F82-DF00-4B49-8284-8A7F647A4E6B}" destId="{0263611C-585B-4E3C-9D44-DCC3607D7AC5}" srcOrd="6" destOrd="0" presId="urn:microsoft.com/office/officeart/2008/layout/VerticalCurvedList"/>
    <dgm:cxn modelId="{18F1E49E-6409-4392-A0CD-6267638DAE3B}" type="presParOf" srcId="{0263611C-585B-4E3C-9D44-DCC3607D7AC5}" destId="{7A2DF211-579F-4551-A21C-94D2A2A9A431}" srcOrd="0" destOrd="0" presId="urn:microsoft.com/office/officeart/2008/layout/VerticalCurvedList"/>
    <dgm:cxn modelId="{46918E30-BB0C-4B67-BF39-5298F722AB7E}" type="presParOf" srcId="{16B03F82-DF00-4B49-8284-8A7F647A4E6B}" destId="{541F545E-4777-4738-8637-3018FD3F2DD6}" srcOrd="7" destOrd="0" presId="urn:microsoft.com/office/officeart/2008/layout/VerticalCurvedList"/>
    <dgm:cxn modelId="{C2476853-7893-466E-9954-13AB685FC500}" type="presParOf" srcId="{16B03F82-DF00-4B49-8284-8A7F647A4E6B}" destId="{E6C5A0AB-6619-4687-9C13-7C6EB81A8520}" srcOrd="8" destOrd="0" presId="urn:microsoft.com/office/officeart/2008/layout/VerticalCurvedList"/>
    <dgm:cxn modelId="{1B14C89C-86A6-42F0-BFC3-94FCE48DBA7B}" type="presParOf" srcId="{E6C5A0AB-6619-4687-9C13-7C6EB81A8520}" destId="{DE66AC2B-E456-4D6F-829D-48010554AD1E}" srcOrd="0" destOrd="0" presId="urn:microsoft.com/office/officeart/2008/layout/VerticalCurvedList"/>
    <dgm:cxn modelId="{DB75F057-628F-4AE5-B539-A3259C14E604}" type="presParOf" srcId="{16B03F82-DF00-4B49-8284-8A7F647A4E6B}" destId="{C1FA307B-1808-47C0-B2C7-DA7A6EE9EB2F}" srcOrd="9" destOrd="0" presId="urn:microsoft.com/office/officeart/2008/layout/VerticalCurvedList"/>
    <dgm:cxn modelId="{3F3B9E68-6588-4A1C-A441-D00CCD659F00}" type="presParOf" srcId="{16B03F82-DF00-4B49-8284-8A7F647A4E6B}" destId="{544C4DA7-7E8C-47AC-8D52-B203B5C255DA}" srcOrd="10" destOrd="0" presId="urn:microsoft.com/office/officeart/2008/layout/VerticalCurvedList"/>
    <dgm:cxn modelId="{9EE58238-C612-443E-9714-0F6298CBD3E5}" type="presParOf" srcId="{544C4DA7-7E8C-47AC-8D52-B203B5C255DA}" destId="{F7937204-89EB-4785-B326-0AFEB1B0A3B5}" srcOrd="0" destOrd="0" presId="urn:microsoft.com/office/officeart/2008/layout/VerticalCurvedList"/>
    <dgm:cxn modelId="{D0AFAE49-9BD0-403A-911E-E8A95ECEEEA3}" type="presParOf" srcId="{16B03F82-DF00-4B49-8284-8A7F647A4E6B}" destId="{9FA02FCE-E4FF-43D8-8905-F04AF2140B27}" srcOrd="11" destOrd="0" presId="urn:microsoft.com/office/officeart/2008/layout/VerticalCurvedList"/>
    <dgm:cxn modelId="{0B8C3230-7623-4665-A476-36D7A2422C90}" type="presParOf" srcId="{16B03F82-DF00-4B49-8284-8A7F647A4E6B}" destId="{69645A49-68F6-401F-8442-C723F9C604AA}" srcOrd="12" destOrd="0" presId="urn:microsoft.com/office/officeart/2008/layout/VerticalCurvedList"/>
    <dgm:cxn modelId="{5D620DF5-C445-40F9-B693-B25D120F84AF}" type="presParOf" srcId="{69645A49-68F6-401F-8442-C723F9C604AA}" destId="{DCDC4DCB-FC96-4DED-A5B8-2A5D86A90C9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382B0B6-2F7F-4678-A770-2AE0A469BFC5}" type="doc">
      <dgm:prSet loTypeId="urn:microsoft.com/office/officeart/2005/8/layout/arrow2" loCatId="process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B6C455D2-7B69-434A-AE21-9A31D37027C2}">
      <dgm:prSet/>
      <dgm:spPr/>
      <dgm:t>
        <a:bodyPr/>
        <a:lstStyle/>
        <a:p>
          <a:pPr algn="l"/>
          <a:r>
            <a:rPr lang="fr-FR" b="0" i="0" dirty="0"/>
            <a:t>Rigueur </a:t>
          </a:r>
          <a:r>
            <a:rPr lang="fr-FR" b="0" i="0" dirty="0" err="1"/>
            <a:t>anti-fuite</a:t>
          </a:r>
          <a:r>
            <a:rPr lang="fr-FR" b="0" i="0" dirty="0"/>
            <a:t> (3 pièges neutralisés + garde-fou).</a:t>
          </a:r>
          <a:endParaRPr lang="fr-FR" dirty="0"/>
        </a:p>
      </dgm:t>
    </dgm:pt>
    <dgm:pt modelId="{4A917947-FA6B-45C3-B043-1062F45CF025}" type="parTrans" cxnId="{E59F1C22-E3E7-4A79-A7C4-015C89C1E3EB}">
      <dgm:prSet/>
      <dgm:spPr/>
      <dgm:t>
        <a:bodyPr/>
        <a:lstStyle/>
        <a:p>
          <a:endParaRPr lang="fr-FR"/>
        </a:p>
      </dgm:t>
    </dgm:pt>
    <dgm:pt modelId="{75FB2BA0-FF0E-4AC1-8407-0DFCD9A01BBD}" type="sibTrans" cxnId="{E59F1C22-E3E7-4A79-A7C4-015C89C1E3EB}">
      <dgm:prSet/>
      <dgm:spPr/>
      <dgm:t>
        <a:bodyPr/>
        <a:lstStyle/>
        <a:p>
          <a:endParaRPr lang="fr-FR"/>
        </a:p>
      </dgm:t>
    </dgm:pt>
    <dgm:pt modelId="{FDAC2432-FF8B-4C65-9050-9884B9342C2F}">
      <dgm:prSet/>
      <dgm:spPr/>
      <dgm:t>
        <a:bodyPr/>
        <a:lstStyle/>
        <a:p>
          <a:r>
            <a:rPr lang="fr-FR" b="0" i="0" dirty="0"/>
            <a:t>Modèle explicable performant (AUC 0,95, rappel 95,9 %).</a:t>
          </a:r>
          <a:endParaRPr lang="fr-FR" dirty="0"/>
        </a:p>
      </dgm:t>
    </dgm:pt>
    <dgm:pt modelId="{920D168B-0C6D-4584-BA1E-5C9FD92A8807}" type="parTrans" cxnId="{2D82746C-C9CD-4F86-95E4-C85605041488}">
      <dgm:prSet/>
      <dgm:spPr/>
      <dgm:t>
        <a:bodyPr/>
        <a:lstStyle/>
        <a:p>
          <a:endParaRPr lang="fr-FR"/>
        </a:p>
      </dgm:t>
    </dgm:pt>
    <dgm:pt modelId="{C86AE469-72B8-497D-A3F5-46530BA81018}" type="sibTrans" cxnId="{2D82746C-C9CD-4F86-95E4-C85605041488}">
      <dgm:prSet/>
      <dgm:spPr/>
      <dgm:t>
        <a:bodyPr/>
        <a:lstStyle/>
        <a:p>
          <a:endParaRPr lang="fr-FR"/>
        </a:p>
      </dgm:t>
    </dgm:pt>
    <dgm:pt modelId="{7BCA0A4E-8892-4072-AC14-8AADCCD6F7EB}">
      <dgm:prSet/>
      <dgm:spPr/>
      <dgm:t>
        <a:bodyPr/>
        <a:lstStyle/>
        <a:p>
          <a:r>
            <a:rPr lang="fr-FR" b="0" i="0"/>
            <a:t>Seuil calibré sur le coût métier.</a:t>
          </a:r>
          <a:endParaRPr lang="fr-FR"/>
        </a:p>
      </dgm:t>
    </dgm:pt>
    <dgm:pt modelId="{9B622F43-7004-4EAA-8A7D-220D6C685BD6}" type="parTrans" cxnId="{7DD02ACB-39C0-48E6-82AC-687B1372092D}">
      <dgm:prSet/>
      <dgm:spPr/>
      <dgm:t>
        <a:bodyPr/>
        <a:lstStyle/>
        <a:p>
          <a:endParaRPr lang="fr-FR"/>
        </a:p>
      </dgm:t>
    </dgm:pt>
    <dgm:pt modelId="{D4230C28-9E42-40A5-B7E0-07BBE7ACC292}" type="sibTrans" cxnId="{7DD02ACB-39C0-48E6-82AC-687B1372092D}">
      <dgm:prSet/>
      <dgm:spPr/>
      <dgm:t>
        <a:bodyPr/>
        <a:lstStyle/>
        <a:p>
          <a:endParaRPr lang="fr-FR"/>
        </a:p>
      </dgm:t>
    </dgm:pt>
    <dgm:pt modelId="{758F6262-4BCE-4B1A-9663-51DB0659EC9D}">
      <dgm:prSet/>
      <dgm:spPr/>
      <dgm:t>
        <a:bodyPr/>
        <a:lstStyle/>
        <a:p>
          <a:r>
            <a:rPr lang="fr-FR" b="0" i="0" dirty="0"/>
            <a:t>Prototype Run vérifiable : HTTPS, métriques, alertes, </a:t>
          </a:r>
          <a:r>
            <a:rPr lang="fr-FR" b="0" i="0" dirty="0" err="1"/>
            <a:t>heartbeat</a:t>
          </a:r>
          <a:r>
            <a:rPr lang="fr-FR" b="0" i="0" dirty="0"/>
            <a:t>, promotion humaine et rollback.</a:t>
          </a:r>
          <a:endParaRPr lang="fr-FR" dirty="0"/>
        </a:p>
      </dgm:t>
    </dgm:pt>
    <dgm:pt modelId="{865630AD-0617-4B86-B739-9F53C81EBFFA}" type="parTrans" cxnId="{E3D08417-0814-4FC6-AD4A-A82E86F13E18}">
      <dgm:prSet/>
      <dgm:spPr/>
      <dgm:t>
        <a:bodyPr/>
        <a:lstStyle/>
        <a:p>
          <a:endParaRPr lang="fr-FR"/>
        </a:p>
      </dgm:t>
    </dgm:pt>
    <dgm:pt modelId="{01ACF26E-63C1-476A-8EF1-6753B1B2B5E3}" type="sibTrans" cxnId="{E3D08417-0814-4FC6-AD4A-A82E86F13E18}">
      <dgm:prSet/>
      <dgm:spPr/>
      <dgm:t>
        <a:bodyPr/>
        <a:lstStyle/>
        <a:p>
          <a:endParaRPr lang="fr-FR"/>
        </a:p>
      </dgm:t>
    </dgm:pt>
    <dgm:pt modelId="{C6FCC0A5-7822-4926-8065-3D6AD04E4616}">
      <dgm:prSet/>
      <dgm:spPr/>
      <dgm:t>
        <a:bodyPr/>
        <a:lstStyle/>
        <a:p>
          <a:r>
            <a:rPr lang="fr-FR" b="0" i="0" dirty="0"/>
            <a:t>RGPD documenté et implémenté dès la persistance.</a:t>
          </a:r>
          <a:endParaRPr lang="fr-FR" dirty="0"/>
        </a:p>
      </dgm:t>
    </dgm:pt>
    <dgm:pt modelId="{A3B18ECA-48BA-4330-B0F4-E924BE9B801A}" type="parTrans" cxnId="{AC49A104-113A-46AE-8417-33D85F113D77}">
      <dgm:prSet/>
      <dgm:spPr/>
      <dgm:t>
        <a:bodyPr/>
        <a:lstStyle/>
        <a:p>
          <a:endParaRPr lang="fr-FR"/>
        </a:p>
      </dgm:t>
    </dgm:pt>
    <dgm:pt modelId="{2FB4CADB-7CC7-4EFB-AD42-D8F38A8041C7}" type="sibTrans" cxnId="{AC49A104-113A-46AE-8417-33D85F113D77}">
      <dgm:prSet/>
      <dgm:spPr/>
      <dgm:t>
        <a:bodyPr/>
        <a:lstStyle/>
        <a:p>
          <a:endParaRPr lang="fr-FR"/>
        </a:p>
      </dgm:t>
    </dgm:pt>
    <dgm:pt modelId="{7F6227A6-E914-45F4-9B61-A3B961B36057}" type="pres">
      <dgm:prSet presAssocID="{5382B0B6-2F7F-4678-A770-2AE0A469BFC5}" presName="arrowDiagram" presStyleCnt="0">
        <dgm:presLayoutVars>
          <dgm:chMax val="5"/>
          <dgm:dir/>
          <dgm:resizeHandles val="exact"/>
        </dgm:presLayoutVars>
      </dgm:prSet>
      <dgm:spPr/>
    </dgm:pt>
    <dgm:pt modelId="{FC895EC0-D274-482B-BE9E-EE01492D31FC}" type="pres">
      <dgm:prSet presAssocID="{5382B0B6-2F7F-4678-A770-2AE0A469BFC5}" presName="arrow" presStyleLbl="bgShp" presStyleIdx="0" presStyleCnt="1" custScaleX="162216"/>
      <dgm:spPr/>
    </dgm:pt>
    <dgm:pt modelId="{D5723EEB-40A9-4E4F-B9D2-540601AC0488}" type="pres">
      <dgm:prSet presAssocID="{5382B0B6-2F7F-4678-A770-2AE0A469BFC5}" presName="arrowDiagram5" presStyleCnt="0"/>
      <dgm:spPr/>
    </dgm:pt>
    <dgm:pt modelId="{76E1D60A-95D8-4355-8407-2F3B5CC8AA33}" type="pres">
      <dgm:prSet presAssocID="{B6C455D2-7B69-434A-AE21-9A31D37027C2}" presName="bullet5a" presStyleLbl="node1" presStyleIdx="0" presStyleCnt="5" custLinFactX="-500000" custLinFactNeighborX="-522922" custLinFactNeighborY="1"/>
      <dgm:spPr/>
    </dgm:pt>
    <dgm:pt modelId="{1D10D6BB-EE22-4D49-896B-571C9CBB34F5}" type="pres">
      <dgm:prSet presAssocID="{B6C455D2-7B69-434A-AE21-9A31D37027C2}" presName="textBox5a" presStyleLbl="revTx" presStyleIdx="0" presStyleCnt="5" custLinFactX="-79597" custLinFactNeighborX="-100000" custLinFactNeighborY="0">
        <dgm:presLayoutVars>
          <dgm:bulletEnabled val="1"/>
        </dgm:presLayoutVars>
      </dgm:prSet>
      <dgm:spPr/>
    </dgm:pt>
    <dgm:pt modelId="{67EE412B-C10D-4063-92C1-62E606E6128E}" type="pres">
      <dgm:prSet presAssocID="{FDAC2432-FF8B-4C65-9050-9884B9342C2F}" presName="bullet5b" presStyleLbl="node1" presStyleIdx="1" presStyleCnt="5" custLinFactX="-169558" custLinFactNeighborX="-200000" custLinFactNeighborY="0"/>
      <dgm:spPr/>
    </dgm:pt>
    <dgm:pt modelId="{10ACB78D-CE2F-4089-BFBF-9A1299F26083}" type="pres">
      <dgm:prSet presAssocID="{FDAC2432-FF8B-4C65-9050-9884B9342C2F}" presName="textBox5b" presStyleLbl="revTx" presStyleIdx="1" presStyleCnt="5" custLinFactNeighborX="-80145" custLinFactNeighborY="0">
        <dgm:presLayoutVars>
          <dgm:bulletEnabled val="1"/>
        </dgm:presLayoutVars>
      </dgm:prSet>
      <dgm:spPr/>
    </dgm:pt>
    <dgm:pt modelId="{62EF9AED-E4FD-44A9-8903-EBE217C7BEC0}" type="pres">
      <dgm:prSet presAssocID="{7BCA0A4E-8892-4072-AC14-8AADCCD6F7EB}" presName="bullet5c" presStyleLbl="node1" presStyleIdx="2" presStyleCnt="5"/>
      <dgm:spPr/>
    </dgm:pt>
    <dgm:pt modelId="{0DDA1BED-A5FB-49E8-8832-FBB52C77CDF2}" type="pres">
      <dgm:prSet presAssocID="{7BCA0A4E-8892-4072-AC14-8AADCCD6F7EB}" presName="textBox5c" presStyleLbl="revTx" presStyleIdx="2" presStyleCnt="5">
        <dgm:presLayoutVars>
          <dgm:bulletEnabled val="1"/>
        </dgm:presLayoutVars>
      </dgm:prSet>
      <dgm:spPr/>
    </dgm:pt>
    <dgm:pt modelId="{DB2349FC-0DDC-4A09-802C-CA4DDA5C22C1}" type="pres">
      <dgm:prSet presAssocID="{758F6262-4BCE-4B1A-9663-51DB0659EC9D}" presName="bullet5d" presStyleLbl="node1" presStyleIdx="3" presStyleCnt="5" custLinFactX="100000" custLinFactNeighborX="143946" custLinFactNeighborY="0"/>
      <dgm:spPr/>
    </dgm:pt>
    <dgm:pt modelId="{9A8149AE-7084-4AEE-A9A3-83C2E6B2CE36}" type="pres">
      <dgm:prSet presAssocID="{758F6262-4BCE-4B1A-9663-51DB0659EC9D}" presName="textBox5d" presStyleLbl="revTx" presStyleIdx="3" presStyleCnt="5" custLinFactNeighborX="75623" custLinFactNeighborY="0">
        <dgm:presLayoutVars>
          <dgm:bulletEnabled val="1"/>
        </dgm:presLayoutVars>
      </dgm:prSet>
      <dgm:spPr/>
    </dgm:pt>
    <dgm:pt modelId="{0F9FA08A-9F2F-4AD3-A1F2-7349CCA5C536}" type="pres">
      <dgm:prSet presAssocID="{C6FCC0A5-7822-4926-8065-3D6AD04E4616}" presName="bullet5e" presStyleLbl="node1" presStyleIdx="4" presStyleCnt="5" custLinFactX="108449" custLinFactNeighborX="200000" custLinFactNeighborY="0"/>
      <dgm:spPr/>
    </dgm:pt>
    <dgm:pt modelId="{914CC5D5-8BC8-4A5A-AEA8-F8C42AC2B941}" type="pres">
      <dgm:prSet presAssocID="{C6FCC0A5-7822-4926-8065-3D6AD04E4616}" presName="textBox5e" presStyleLbl="revTx" presStyleIdx="4" presStyleCnt="5" custLinFactX="21837" custLinFactNeighborX="100000" custLinFactNeighborY="0">
        <dgm:presLayoutVars>
          <dgm:bulletEnabled val="1"/>
        </dgm:presLayoutVars>
      </dgm:prSet>
      <dgm:spPr/>
    </dgm:pt>
  </dgm:ptLst>
  <dgm:cxnLst>
    <dgm:cxn modelId="{AC49A104-113A-46AE-8417-33D85F113D77}" srcId="{5382B0B6-2F7F-4678-A770-2AE0A469BFC5}" destId="{C6FCC0A5-7822-4926-8065-3D6AD04E4616}" srcOrd="4" destOrd="0" parTransId="{A3B18ECA-48BA-4330-B0F4-E924BE9B801A}" sibTransId="{2FB4CADB-7CC7-4EFB-AD42-D8F38A8041C7}"/>
    <dgm:cxn modelId="{E3D08417-0814-4FC6-AD4A-A82E86F13E18}" srcId="{5382B0B6-2F7F-4678-A770-2AE0A469BFC5}" destId="{758F6262-4BCE-4B1A-9663-51DB0659EC9D}" srcOrd="3" destOrd="0" parTransId="{865630AD-0617-4B86-B739-9F53C81EBFFA}" sibTransId="{01ACF26E-63C1-476A-8EF1-6753B1B2B5E3}"/>
    <dgm:cxn modelId="{E59F1C22-E3E7-4A79-A7C4-015C89C1E3EB}" srcId="{5382B0B6-2F7F-4678-A770-2AE0A469BFC5}" destId="{B6C455D2-7B69-434A-AE21-9A31D37027C2}" srcOrd="0" destOrd="0" parTransId="{4A917947-FA6B-45C3-B043-1062F45CF025}" sibTransId="{75FB2BA0-FF0E-4AC1-8407-0DFCD9A01BBD}"/>
    <dgm:cxn modelId="{4DB4204B-EB96-49BB-8470-326FD865B91C}" type="presOf" srcId="{B6C455D2-7B69-434A-AE21-9A31D37027C2}" destId="{1D10D6BB-EE22-4D49-896B-571C9CBB34F5}" srcOrd="0" destOrd="0" presId="urn:microsoft.com/office/officeart/2005/8/layout/arrow2"/>
    <dgm:cxn modelId="{2D82746C-C9CD-4F86-95E4-C85605041488}" srcId="{5382B0B6-2F7F-4678-A770-2AE0A469BFC5}" destId="{FDAC2432-FF8B-4C65-9050-9884B9342C2F}" srcOrd="1" destOrd="0" parTransId="{920D168B-0C6D-4584-BA1E-5C9FD92A8807}" sibTransId="{C86AE469-72B8-497D-A3F5-46530BA81018}"/>
    <dgm:cxn modelId="{4E15B78B-6411-4950-BD20-A78DB00063F5}" type="presOf" srcId="{C6FCC0A5-7822-4926-8065-3D6AD04E4616}" destId="{914CC5D5-8BC8-4A5A-AEA8-F8C42AC2B941}" srcOrd="0" destOrd="0" presId="urn:microsoft.com/office/officeart/2005/8/layout/arrow2"/>
    <dgm:cxn modelId="{252A209D-D3F0-42B9-A609-587E0BC56EDE}" type="presOf" srcId="{5382B0B6-2F7F-4678-A770-2AE0A469BFC5}" destId="{7F6227A6-E914-45F4-9B61-A3B961B36057}" srcOrd="0" destOrd="0" presId="urn:microsoft.com/office/officeart/2005/8/layout/arrow2"/>
    <dgm:cxn modelId="{F7C20CA0-87D0-4D07-B383-1545016B2CDF}" type="presOf" srcId="{7BCA0A4E-8892-4072-AC14-8AADCCD6F7EB}" destId="{0DDA1BED-A5FB-49E8-8832-FBB52C77CDF2}" srcOrd="0" destOrd="0" presId="urn:microsoft.com/office/officeart/2005/8/layout/arrow2"/>
    <dgm:cxn modelId="{7DD02ACB-39C0-48E6-82AC-687B1372092D}" srcId="{5382B0B6-2F7F-4678-A770-2AE0A469BFC5}" destId="{7BCA0A4E-8892-4072-AC14-8AADCCD6F7EB}" srcOrd="2" destOrd="0" parTransId="{9B622F43-7004-4EAA-8A7D-220D6C685BD6}" sibTransId="{D4230C28-9E42-40A5-B7E0-07BBE7ACC292}"/>
    <dgm:cxn modelId="{B15C21D4-791A-49BD-B26B-C234A19ABC03}" type="presOf" srcId="{FDAC2432-FF8B-4C65-9050-9884B9342C2F}" destId="{10ACB78D-CE2F-4089-BFBF-9A1299F26083}" srcOrd="0" destOrd="0" presId="urn:microsoft.com/office/officeart/2005/8/layout/arrow2"/>
    <dgm:cxn modelId="{97FA99FB-E179-4A69-A3BB-7DD0BA54DAA8}" type="presOf" srcId="{758F6262-4BCE-4B1A-9663-51DB0659EC9D}" destId="{9A8149AE-7084-4AEE-A9A3-83C2E6B2CE36}" srcOrd="0" destOrd="0" presId="urn:microsoft.com/office/officeart/2005/8/layout/arrow2"/>
    <dgm:cxn modelId="{0A148B27-D7CD-4E7E-BE1D-F874EA7E139F}" type="presParOf" srcId="{7F6227A6-E914-45F4-9B61-A3B961B36057}" destId="{FC895EC0-D274-482B-BE9E-EE01492D31FC}" srcOrd="0" destOrd="0" presId="urn:microsoft.com/office/officeart/2005/8/layout/arrow2"/>
    <dgm:cxn modelId="{64EB9C3F-C2D9-453E-BAF3-4F9EEBE7DA34}" type="presParOf" srcId="{7F6227A6-E914-45F4-9B61-A3B961B36057}" destId="{D5723EEB-40A9-4E4F-B9D2-540601AC0488}" srcOrd="1" destOrd="0" presId="urn:microsoft.com/office/officeart/2005/8/layout/arrow2"/>
    <dgm:cxn modelId="{4FA10CC5-3F2C-474A-8114-8F706A4A2B89}" type="presParOf" srcId="{D5723EEB-40A9-4E4F-B9D2-540601AC0488}" destId="{76E1D60A-95D8-4355-8407-2F3B5CC8AA33}" srcOrd="0" destOrd="0" presId="urn:microsoft.com/office/officeart/2005/8/layout/arrow2"/>
    <dgm:cxn modelId="{749B5399-10BD-4F95-B212-EDC91A9A385A}" type="presParOf" srcId="{D5723EEB-40A9-4E4F-B9D2-540601AC0488}" destId="{1D10D6BB-EE22-4D49-896B-571C9CBB34F5}" srcOrd="1" destOrd="0" presId="urn:microsoft.com/office/officeart/2005/8/layout/arrow2"/>
    <dgm:cxn modelId="{3A737CA2-2E29-4D84-9F39-D40F1C82ABBA}" type="presParOf" srcId="{D5723EEB-40A9-4E4F-B9D2-540601AC0488}" destId="{67EE412B-C10D-4063-92C1-62E606E6128E}" srcOrd="2" destOrd="0" presId="urn:microsoft.com/office/officeart/2005/8/layout/arrow2"/>
    <dgm:cxn modelId="{B3F24D7C-8D2F-4627-9751-90BBBB6BBF69}" type="presParOf" srcId="{D5723EEB-40A9-4E4F-B9D2-540601AC0488}" destId="{10ACB78D-CE2F-4089-BFBF-9A1299F26083}" srcOrd="3" destOrd="0" presId="urn:microsoft.com/office/officeart/2005/8/layout/arrow2"/>
    <dgm:cxn modelId="{E476AD6E-5B4D-496A-A6CC-36866B947DB7}" type="presParOf" srcId="{D5723EEB-40A9-4E4F-B9D2-540601AC0488}" destId="{62EF9AED-E4FD-44A9-8903-EBE217C7BEC0}" srcOrd="4" destOrd="0" presId="urn:microsoft.com/office/officeart/2005/8/layout/arrow2"/>
    <dgm:cxn modelId="{A7C89086-C7AD-4409-BE46-B476AEA55F75}" type="presParOf" srcId="{D5723EEB-40A9-4E4F-B9D2-540601AC0488}" destId="{0DDA1BED-A5FB-49E8-8832-FBB52C77CDF2}" srcOrd="5" destOrd="0" presId="urn:microsoft.com/office/officeart/2005/8/layout/arrow2"/>
    <dgm:cxn modelId="{2DFF0E15-3F9B-4690-9F5D-B04451AB2470}" type="presParOf" srcId="{D5723EEB-40A9-4E4F-B9D2-540601AC0488}" destId="{DB2349FC-0DDC-4A09-802C-CA4DDA5C22C1}" srcOrd="6" destOrd="0" presId="urn:microsoft.com/office/officeart/2005/8/layout/arrow2"/>
    <dgm:cxn modelId="{BC22183A-41D5-4CFE-AB9C-A8BD6CC2E06D}" type="presParOf" srcId="{D5723EEB-40A9-4E4F-B9D2-540601AC0488}" destId="{9A8149AE-7084-4AEE-A9A3-83C2E6B2CE36}" srcOrd="7" destOrd="0" presId="urn:microsoft.com/office/officeart/2005/8/layout/arrow2"/>
    <dgm:cxn modelId="{D637A652-F947-443C-B225-A91D04CD203E}" type="presParOf" srcId="{D5723EEB-40A9-4E4F-B9D2-540601AC0488}" destId="{0F9FA08A-9F2F-4AD3-A1F2-7349CCA5C536}" srcOrd="8" destOrd="0" presId="urn:microsoft.com/office/officeart/2005/8/layout/arrow2"/>
    <dgm:cxn modelId="{0FD666F7-086E-4582-98D4-8A3220C9CE76}" type="presParOf" srcId="{D5723EEB-40A9-4E4F-B9D2-540601AC0488}" destId="{914CC5D5-8BC8-4A5A-AEA8-F8C42AC2B941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28E35-8075-4680-8DBA-12CED209F639}">
      <dsp:nvSpPr>
        <dsp:cNvPr id="0" name=""/>
        <dsp:cNvSpPr/>
      </dsp:nvSpPr>
      <dsp:spPr>
        <a:xfrm rot="16200000">
          <a:off x="594399" y="-593521"/>
          <a:ext cx="1095375" cy="2282418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Une université observe un fort taux d'abandon en L1 (~28 % ici).</a:t>
          </a:r>
          <a:endParaRPr lang="fr-FR" sz="1200" kern="1200" dirty="0"/>
        </a:p>
      </dsp:txBody>
      <dsp:txXfrm rot="5400000">
        <a:off x="878" y="219075"/>
        <a:ext cx="2282418" cy="657225"/>
      </dsp:txXfrm>
    </dsp:sp>
    <dsp:sp modelId="{A2C4740B-C5C2-4DC8-959F-9206EFCBC5E7}">
      <dsp:nvSpPr>
        <dsp:cNvPr id="0" name=""/>
        <dsp:cNvSpPr/>
      </dsp:nvSpPr>
      <dsp:spPr>
        <a:xfrm rot="16200000">
          <a:off x="3048000" y="-593521"/>
          <a:ext cx="1095375" cy="2282418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174641"/>
                <a:satOff val="-3128"/>
                <a:lumOff val="13293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74641"/>
                <a:satOff val="-3128"/>
                <a:lumOff val="13293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74641"/>
                <a:satOff val="-3128"/>
                <a:lumOff val="13293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Besoin : agir tôt (mi-S1) avec des ressources limitées (tuteurs, aides).</a:t>
          </a:r>
          <a:endParaRPr lang="fr-FR" sz="1200" kern="1200" dirty="0"/>
        </a:p>
      </dsp:txBody>
      <dsp:txXfrm rot="5400000">
        <a:off x="2454479" y="219075"/>
        <a:ext cx="2282418" cy="657225"/>
      </dsp:txXfrm>
    </dsp:sp>
    <dsp:sp modelId="{EC394906-28A1-4385-9FBF-EE6EEDCB1776}">
      <dsp:nvSpPr>
        <dsp:cNvPr id="0" name=""/>
        <dsp:cNvSpPr/>
      </dsp:nvSpPr>
      <dsp:spPr>
        <a:xfrm rot="16200000">
          <a:off x="5501600" y="-593521"/>
          <a:ext cx="1095375" cy="2282418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Aujourd'hui : repérage trop tardif (après les partiels).</a:t>
          </a:r>
          <a:endParaRPr lang="fr-FR" sz="1200" kern="1200" dirty="0"/>
        </a:p>
      </dsp:txBody>
      <dsp:txXfrm rot="5400000">
        <a:off x="4908079" y="219075"/>
        <a:ext cx="2282418" cy="6572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B4678-AA87-41F2-92C3-E326DED34F12}">
      <dsp:nvSpPr>
        <dsp:cNvPr id="0" name=""/>
        <dsp:cNvSpPr/>
      </dsp:nvSpPr>
      <dsp:spPr>
        <a:xfrm rot="16200000">
          <a:off x="1210851" y="-1207251"/>
          <a:ext cx="1047750" cy="3462253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Problématique métier : quels étudiants accompagner en priorité, dès mi-S1 ?</a:t>
          </a:r>
          <a:endParaRPr lang="fr-FR" sz="1200" kern="1200" dirty="0"/>
        </a:p>
      </dsp:txBody>
      <dsp:txXfrm rot="5400000">
        <a:off x="3600" y="209550"/>
        <a:ext cx="3462253" cy="628650"/>
      </dsp:txXfrm>
    </dsp:sp>
    <dsp:sp modelId="{C13F65CE-50F6-47ED-AEC2-242EC0BB44A9}">
      <dsp:nvSpPr>
        <dsp:cNvPr id="0" name=""/>
        <dsp:cNvSpPr/>
      </dsp:nvSpPr>
      <dsp:spPr>
        <a:xfrm rot="16200000">
          <a:off x="4932773" y="-1207251"/>
          <a:ext cx="1047750" cy="3462253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Problématique IA 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estimer une probabilité de décrochage, explicable, à partir des seules données disponibles à mi-S1.</a:t>
          </a:r>
          <a:endParaRPr lang="fr-FR" sz="1200" kern="1200" dirty="0"/>
        </a:p>
      </dsp:txBody>
      <dsp:txXfrm rot="5400000">
        <a:off x="3725522" y="209550"/>
        <a:ext cx="3462253" cy="6286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F59EF-DCEA-4512-B8A7-7EA3501F3428}">
      <dsp:nvSpPr>
        <dsp:cNvPr id="0" name=""/>
        <dsp:cNvSpPr/>
      </dsp:nvSpPr>
      <dsp:spPr>
        <a:xfrm>
          <a:off x="2472" y="0"/>
          <a:ext cx="3314774" cy="6667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0" i="0" kern="1200"/>
            <a:t>Sortie = un score de risque + une alerte (seuil), pas un verdict.</a:t>
          </a:r>
          <a:endParaRPr lang="fr-FR" sz="1500" kern="1200"/>
        </a:p>
      </dsp:txBody>
      <dsp:txXfrm>
        <a:off x="22000" y="19528"/>
        <a:ext cx="3275718" cy="627694"/>
      </dsp:txXfrm>
    </dsp:sp>
    <dsp:sp modelId="{AAC6345E-202D-41A4-93A7-268CEB972F8D}">
      <dsp:nvSpPr>
        <dsp:cNvPr id="0" name=""/>
        <dsp:cNvSpPr/>
      </dsp:nvSpPr>
      <dsp:spPr>
        <a:xfrm>
          <a:off x="3874128" y="0"/>
          <a:ext cx="3314774" cy="6667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0" i="0" kern="1200"/>
            <a:t>Enrichissement : catalogue des formations (taux de réussite historique).</a:t>
          </a:r>
          <a:endParaRPr lang="fr-FR" sz="1500" kern="1200"/>
        </a:p>
      </dsp:txBody>
      <dsp:txXfrm>
        <a:off x="3893656" y="19528"/>
        <a:ext cx="3275718" cy="6276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47564-F955-42C7-A03C-C465AEB8FDA8}">
      <dsp:nvSpPr>
        <dsp:cNvPr id="0" name=""/>
        <dsp:cNvSpPr/>
      </dsp:nvSpPr>
      <dsp:spPr>
        <a:xfrm>
          <a:off x="-3714262" y="-570613"/>
          <a:ext cx="4427352" cy="4427352"/>
        </a:xfrm>
        <a:prstGeom prst="blockArc">
          <a:avLst>
            <a:gd name="adj1" fmla="val 18900000"/>
            <a:gd name="adj2" fmla="val 2700000"/>
            <a:gd name="adj3" fmla="val 488"/>
          </a:avLst>
        </a:prstGeom>
        <a:noFill/>
        <a:ln w="12700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243EC-C264-4E33-8D37-9847C63353D1}">
      <dsp:nvSpPr>
        <dsp:cNvPr id="0" name=""/>
        <dsp:cNvSpPr/>
      </dsp:nvSpPr>
      <dsp:spPr>
        <a:xfrm>
          <a:off x="266980" y="173047"/>
          <a:ext cx="6881493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0" kern="1200" dirty="0"/>
            <a:t>Variables sensibles : sexe, boursier, origine → risque de biais (direct et indirect via proxys).</a:t>
          </a:r>
          <a:endParaRPr lang="fr-FR" sz="1000" kern="1200" dirty="0"/>
        </a:p>
      </dsp:txBody>
      <dsp:txXfrm>
        <a:off x="266980" y="173047"/>
        <a:ext cx="6881493" cy="345963"/>
      </dsp:txXfrm>
    </dsp:sp>
    <dsp:sp modelId="{70EC8ABB-3853-4A9D-AA67-7A9CABCBF86A}">
      <dsp:nvSpPr>
        <dsp:cNvPr id="0" name=""/>
        <dsp:cNvSpPr/>
      </dsp:nvSpPr>
      <dsp:spPr>
        <a:xfrm>
          <a:off x="50753" y="129801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1125E50-464B-48A6-B18C-663394B52D07}">
      <dsp:nvSpPr>
        <dsp:cNvPr id="0" name=""/>
        <dsp:cNvSpPr/>
      </dsp:nvSpPr>
      <dsp:spPr>
        <a:xfrm>
          <a:off x="551559" y="691926"/>
          <a:ext cx="6596914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69857"/>
                <a:satOff val="-1251"/>
                <a:lumOff val="5317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69857"/>
                <a:satOff val="-1251"/>
                <a:lumOff val="5317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69857"/>
                <a:satOff val="-1251"/>
                <a:lumOff val="5317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0" kern="1200"/>
            <a:t>Effet de marquage : étiqueter « à risque » n'est pas neutre.</a:t>
          </a:r>
          <a:endParaRPr lang="fr-FR" sz="1000" kern="1200"/>
        </a:p>
      </dsp:txBody>
      <dsp:txXfrm>
        <a:off x="551559" y="691926"/>
        <a:ext cx="6596914" cy="345963"/>
      </dsp:txXfrm>
    </dsp:sp>
    <dsp:sp modelId="{D96AF101-E6CE-4D30-9E21-01074AC496A6}">
      <dsp:nvSpPr>
        <dsp:cNvPr id="0" name=""/>
        <dsp:cNvSpPr/>
      </dsp:nvSpPr>
      <dsp:spPr>
        <a:xfrm>
          <a:off x="335332" y="648681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69857"/>
              <a:satOff val="-1251"/>
              <a:lumOff val="5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F07082-8628-4C72-AB13-7F20AE301AD8}">
      <dsp:nvSpPr>
        <dsp:cNvPr id="0" name=""/>
        <dsp:cNvSpPr/>
      </dsp:nvSpPr>
      <dsp:spPr>
        <a:xfrm>
          <a:off x="681689" y="1210805"/>
          <a:ext cx="6466784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39713"/>
                <a:satOff val="-2502"/>
                <a:lumOff val="10634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39713"/>
                <a:satOff val="-2502"/>
                <a:lumOff val="10634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39713"/>
                <a:satOff val="-2502"/>
                <a:lumOff val="10634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0" kern="1200"/>
            <a:t>RGPD : finalité limitée (aide ≠ sanction), information, décision humaine (pas d'automatisation — art. 22).</a:t>
          </a:r>
          <a:endParaRPr lang="fr-FR" sz="1000" kern="1200"/>
        </a:p>
      </dsp:txBody>
      <dsp:txXfrm>
        <a:off x="681689" y="1210805"/>
        <a:ext cx="6466784" cy="345963"/>
      </dsp:txXfrm>
    </dsp:sp>
    <dsp:sp modelId="{6EF77B2D-7C89-4069-AAA2-7B007932FF86}">
      <dsp:nvSpPr>
        <dsp:cNvPr id="0" name=""/>
        <dsp:cNvSpPr/>
      </dsp:nvSpPr>
      <dsp:spPr>
        <a:xfrm>
          <a:off x="465462" y="1167560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139713"/>
              <a:satOff val="-2502"/>
              <a:lumOff val="1063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338BD11-F98C-4FA5-9E77-0B9EDC6933B0}">
      <dsp:nvSpPr>
        <dsp:cNvPr id="0" name=""/>
        <dsp:cNvSpPr/>
      </dsp:nvSpPr>
      <dsp:spPr>
        <a:xfrm>
          <a:off x="681689" y="1729356"/>
          <a:ext cx="6466784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09570"/>
                <a:satOff val="-3754"/>
                <a:lumOff val="15951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09570"/>
                <a:satOff val="-3754"/>
                <a:lumOff val="15951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09570"/>
                <a:satOff val="-3754"/>
                <a:lumOff val="15951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0" kern="1200"/>
            <a:t>Protection appliquée (C2) : Bronze brut restreint, Silver pseudonymisé HMAC, Gold sans identifiants directs, rétention/purge et audit privacy_audit_log.</a:t>
          </a:r>
          <a:endParaRPr lang="fr-FR" sz="1000" kern="1200"/>
        </a:p>
      </dsp:txBody>
      <dsp:txXfrm>
        <a:off x="681689" y="1729356"/>
        <a:ext cx="6466784" cy="345963"/>
      </dsp:txXfrm>
    </dsp:sp>
    <dsp:sp modelId="{E8A564F7-207C-41E7-ADD4-5FED91B1BDA0}">
      <dsp:nvSpPr>
        <dsp:cNvPr id="0" name=""/>
        <dsp:cNvSpPr/>
      </dsp:nvSpPr>
      <dsp:spPr>
        <a:xfrm>
          <a:off x="465462" y="1686110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09570"/>
              <a:satOff val="-3754"/>
              <a:lumOff val="159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6A7AE39-DEF1-4F0E-9CF6-451568EAEC90}">
      <dsp:nvSpPr>
        <dsp:cNvPr id="0" name=""/>
        <dsp:cNvSpPr/>
      </dsp:nvSpPr>
      <dsp:spPr>
        <a:xfrm>
          <a:off x="551559" y="2248235"/>
          <a:ext cx="6596914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79426"/>
                <a:satOff val="-5005"/>
                <a:lumOff val="21268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79426"/>
                <a:satOff val="-5005"/>
                <a:lumOff val="21268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79426"/>
                <a:satOff val="-5005"/>
                <a:lumOff val="21268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0" kern="1200"/>
            <a:t>Secrets hors Git : .env local ignoré, .env.example versionné.</a:t>
          </a:r>
          <a:endParaRPr lang="fr-FR" sz="1000" kern="1200"/>
        </a:p>
      </dsp:txBody>
      <dsp:txXfrm>
        <a:off x="551559" y="2248235"/>
        <a:ext cx="6596914" cy="345963"/>
      </dsp:txXfrm>
    </dsp:sp>
    <dsp:sp modelId="{FAF3FBD9-6CEC-41BE-B5C0-C9543851BE37}">
      <dsp:nvSpPr>
        <dsp:cNvPr id="0" name=""/>
        <dsp:cNvSpPr/>
      </dsp:nvSpPr>
      <dsp:spPr>
        <a:xfrm>
          <a:off x="335332" y="2204989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79426"/>
              <a:satOff val="-5005"/>
              <a:lumOff val="2126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5B38D4C-9D19-40F9-953D-B0F31241AB9C}">
      <dsp:nvSpPr>
        <dsp:cNvPr id="0" name=""/>
        <dsp:cNvSpPr/>
      </dsp:nvSpPr>
      <dsp:spPr>
        <a:xfrm>
          <a:off x="266980" y="2767114"/>
          <a:ext cx="6881493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0" kern="1200"/>
            <a:t>Garde-fous : explicabilité · audit d'équité par sous-groupes · usage encadré · minimisation · pseudonymisation · accountability.</a:t>
          </a:r>
          <a:endParaRPr lang="fr-FR" sz="1000" kern="1200"/>
        </a:p>
      </dsp:txBody>
      <dsp:txXfrm>
        <a:off x="266980" y="2767114"/>
        <a:ext cx="6881493" cy="345963"/>
      </dsp:txXfrm>
    </dsp:sp>
    <dsp:sp modelId="{4E8A58E7-ED45-4C01-ABB7-D441FF2BC0D5}">
      <dsp:nvSpPr>
        <dsp:cNvPr id="0" name=""/>
        <dsp:cNvSpPr/>
      </dsp:nvSpPr>
      <dsp:spPr>
        <a:xfrm>
          <a:off x="50753" y="2723869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B5B5B-29CA-4EF0-863E-59B1965CBA50}">
      <dsp:nvSpPr>
        <dsp:cNvPr id="0" name=""/>
        <dsp:cNvSpPr/>
      </dsp:nvSpPr>
      <dsp:spPr>
        <a:xfrm>
          <a:off x="-2528856" y="-390400"/>
          <a:ext cx="3019176" cy="3019176"/>
        </a:xfrm>
        <a:prstGeom prst="blockArc">
          <a:avLst>
            <a:gd name="adj1" fmla="val 18900000"/>
            <a:gd name="adj2" fmla="val 2700000"/>
            <a:gd name="adj3" fmla="val 715"/>
          </a:avLst>
        </a:prstGeom>
        <a:noFill/>
        <a:ln w="12700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021A7-C5FB-4ED0-8490-3CB0B7C422A6}">
      <dsp:nvSpPr>
        <dsp:cNvPr id="0" name=""/>
        <dsp:cNvSpPr/>
      </dsp:nvSpPr>
      <dsp:spPr>
        <a:xfrm>
          <a:off x="184726" y="117872"/>
          <a:ext cx="6980296" cy="23565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705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dédoublonnage (40 doublons → 5 200 lignes) ;</a:t>
          </a:r>
          <a:endParaRPr lang="fr-FR" sz="1200" kern="1200"/>
        </a:p>
      </dsp:txBody>
      <dsp:txXfrm>
        <a:off x="184726" y="117872"/>
        <a:ext cx="6980296" cy="235656"/>
      </dsp:txXfrm>
    </dsp:sp>
    <dsp:sp modelId="{8616C0A0-03E0-4E07-8DCA-87E39210CC12}">
      <dsp:nvSpPr>
        <dsp:cNvPr id="0" name=""/>
        <dsp:cNvSpPr/>
      </dsp:nvSpPr>
      <dsp:spPr>
        <a:xfrm>
          <a:off x="37440" y="88415"/>
          <a:ext cx="294570" cy="294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6D2D3F-56D9-4BFF-9BBC-A7C8D29C5CA6}">
      <dsp:nvSpPr>
        <dsp:cNvPr id="0" name=""/>
        <dsp:cNvSpPr/>
      </dsp:nvSpPr>
      <dsp:spPr>
        <a:xfrm>
          <a:off x="378569" y="471312"/>
          <a:ext cx="6786452" cy="23565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69857"/>
                <a:satOff val="-1251"/>
                <a:lumOff val="5317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69857"/>
                <a:satOff val="-1251"/>
                <a:lumOff val="5317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69857"/>
                <a:satOff val="-1251"/>
                <a:lumOff val="5317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705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nombres en texte → float : « 61,8 » · « 61.4% » · « 14.4 km » ;</a:t>
          </a:r>
          <a:endParaRPr lang="fr-FR" sz="1200" kern="1200"/>
        </a:p>
      </dsp:txBody>
      <dsp:txXfrm>
        <a:off x="378569" y="471312"/>
        <a:ext cx="6786452" cy="235656"/>
      </dsp:txXfrm>
    </dsp:sp>
    <dsp:sp modelId="{04CEE950-088C-4382-915D-B9FA77C4B331}">
      <dsp:nvSpPr>
        <dsp:cNvPr id="0" name=""/>
        <dsp:cNvSpPr/>
      </dsp:nvSpPr>
      <dsp:spPr>
        <a:xfrm>
          <a:off x="231284" y="441855"/>
          <a:ext cx="294570" cy="294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69857"/>
              <a:satOff val="-1251"/>
              <a:lumOff val="5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DDEA1F9-2CFF-4C6A-8940-37451E22F3E2}">
      <dsp:nvSpPr>
        <dsp:cNvPr id="0" name=""/>
        <dsp:cNvSpPr/>
      </dsp:nvSpPr>
      <dsp:spPr>
        <a:xfrm>
          <a:off x="467208" y="824751"/>
          <a:ext cx="6697813" cy="23565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39713"/>
                <a:satOff val="-2502"/>
                <a:lumOff val="10634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39713"/>
                <a:satOff val="-2502"/>
                <a:lumOff val="10634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39713"/>
                <a:satOff val="-2502"/>
                <a:lumOff val="10634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705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dates multi-formats → parsées ;</a:t>
          </a:r>
          <a:endParaRPr lang="fr-FR" sz="1200" kern="1200"/>
        </a:p>
      </dsp:txBody>
      <dsp:txXfrm>
        <a:off x="467208" y="824751"/>
        <a:ext cx="6697813" cy="235656"/>
      </dsp:txXfrm>
    </dsp:sp>
    <dsp:sp modelId="{0E7EE14A-F43E-469C-A26C-4C811F8ED34A}">
      <dsp:nvSpPr>
        <dsp:cNvPr id="0" name=""/>
        <dsp:cNvSpPr/>
      </dsp:nvSpPr>
      <dsp:spPr>
        <a:xfrm>
          <a:off x="319923" y="795294"/>
          <a:ext cx="294570" cy="294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139713"/>
              <a:satOff val="-2502"/>
              <a:lumOff val="1063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817D93D-FE79-46C8-8260-B2BDCDECE7BE}">
      <dsp:nvSpPr>
        <dsp:cNvPr id="0" name=""/>
        <dsp:cNvSpPr/>
      </dsp:nvSpPr>
      <dsp:spPr>
        <a:xfrm>
          <a:off x="467208" y="1177967"/>
          <a:ext cx="6697813" cy="23565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09570"/>
                <a:satOff val="-3754"/>
                <a:lumOff val="15951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09570"/>
                <a:satOff val="-3754"/>
                <a:lumOff val="15951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09570"/>
                <a:satOff val="-3754"/>
                <a:lumOff val="15951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705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encodages harmonisés (sexe, bac_type, mention_bac, boursier…).</a:t>
          </a:r>
          <a:endParaRPr lang="fr-FR" sz="1200" kern="1200"/>
        </a:p>
      </dsp:txBody>
      <dsp:txXfrm>
        <a:off x="467208" y="1177967"/>
        <a:ext cx="6697813" cy="235656"/>
      </dsp:txXfrm>
    </dsp:sp>
    <dsp:sp modelId="{BF47B0A6-E56D-4C49-9419-73BFAF07B3F5}">
      <dsp:nvSpPr>
        <dsp:cNvPr id="0" name=""/>
        <dsp:cNvSpPr/>
      </dsp:nvSpPr>
      <dsp:spPr>
        <a:xfrm>
          <a:off x="319923" y="1148510"/>
          <a:ext cx="294570" cy="294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09570"/>
              <a:satOff val="-3754"/>
              <a:lumOff val="159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657E27-6D5A-48BD-B87F-818CE9711D95}">
      <dsp:nvSpPr>
        <dsp:cNvPr id="0" name=""/>
        <dsp:cNvSpPr/>
      </dsp:nvSpPr>
      <dsp:spPr>
        <a:xfrm>
          <a:off x="378569" y="1531406"/>
          <a:ext cx="6786452" cy="23565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79426"/>
                <a:satOff val="-5005"/>
                <a:lumOff val="21268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79426"/>
                <a:satOff val="-5005"/>
                <a:lumOff val="21268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79426"/>
                <a:satOff val="-5005"/>
                <a:lumOff val="21268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705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Silver = données nettoyées et pseudonymisées.</a:t>
          </a:r>
          <a:endParaRPr lang="fr-FR" sz="1200" kern="1200"/>
        </a:p>
      </dsp:txBody>
      <dsp:txXfrm>
        <a:off x="378569" y="1531406"/>
        <a:ext cx="6786452" cy="235656"/>
      </dsp:txXfrm>
    </dsp:sp>
    <dsp:sp modelId="{C3233CA9-DD94-4F62-94B8-FE8EE1130563}">
      <dsp:nvSpPr>
        <dsp:cNvPr id="0" name=""/>
        <dsp:cNvSpPr/>
      </dsp:nvSpPr>
      <dsp:spPr>
        <a:xfrm>
          <a:off x="231284" y="1501949"/>
          <a:ext cx="294570" cy="294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79426"/>
              <a:satOff val="-5005"/>
              <a:lumOff val="2126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142ED6F-D68E-4050-B3D3-66A987085277}">
      <dsp:nvSpPr>
        <dsp:cNvPr id="0" name=""/>
        <dsp:cNvSpPr/>
      </dsp:nvSpPr>
      <dsp:spPr>
        <a:xfrm>
          <a:off x="184726" y="1884846"/>
          <a:ext cx="6980296" cy="23565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7052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Gold = source unique de modélisation.</a:t>
          </a:r>
          <a:endParaRPr lang="fr-FR" sz="1200" kern="1200"/>
        </a:p>
      </dsp:txBody>
      <dsp:txXfrm>
        <a:off x="184726" y="1884846"/>
        <a:ext cx="6980296" cy="235656"/>
      </dsp:txXfrm>
    </dsp:sp>
    <dsp:sp modelId="{7142F492-0C2C-4FB5-AF80-E47897530DA4}">
      <dsp:nvSpPr>
        <dsp:cNvPr id="0" name=""/>
        <dsp:cNvSpPr/>
      </dsp:nvSpPr>
      <dsp:spPr>
        <a:xfrm>
          <a:off x="37440" y="1855389"/>
          <a:ext cx="294570" cy="294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E6CEE-C876-4AE2-9660-F5D3BB827594}">
      <dsp:nvSpPr>
        <dsp:cNvPr id="0" name=""/>
        <dsp:cNvSpPr/>
      </dsp:nvSpPr>
      <dsp:spPr>
        <a:xfrm>
          <a:off x="0" y="1626631"/>
          <a:ext cx="7162609" cy="32861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E930E60-3A50-4A2B-8273-B32AE13C773F}">
      <dsp:nvSpPr>
        <dsp:cNvPr id="0" name=""/>
        <dsp:cNvSpPr/>
      </dsp:nvSpPr>
      <dsp:spPr>
        <a:xfrm>
          <a:off x="6994207" y="1511617"/>
          <a:ext cx="197167" cy="26289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60B6DE0-0D7A-4ECA-98A1-1ACBE2B964B3}">
      <dsp:nvSpPr>
        <dsp:cNvPr id="0" name=""/>
        <dsp:cNvSpPr/>
      </dsp:nvSpPr>
      <dsp:spPr>
        <a:xfrm>
          <a:off x="421775" y="749236"/>
          <a:ext cx="1976519" cy="762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FDD9C3-FEFA-41C8-A9F3-FABC71F42D99}">
      <dsp:nvSpPr>
        <dsp:cNvPr id="0" name=""/>
        <dsp:cNvSpPr/>
      </dsp:nvSpPr>
      <dsp:spPr>
        <a:xfrm>
          <a:off x="421775" y="354901"/>
          <a:ext cx="1976519" cy="39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900" b="0" i="0" kern="1200" dirty="0"/>
            <a:t>Split stratifié 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900" b="0" i="0" kern="1200" dirty="0"/>
            <a:t>train / validation / test</a:t>
          </a:r>
          <a:endParaRPr lang="fr-FR" sz="900" kern="1200" dirty="0"/>
        </a:p>
      </dsp:txBody>
      <dsp:txXfrm>
        <a:off x="421775" y="354901"/>
        <a:ext cx="1976519" cy="394335"/>
      </dsp:txXfrm>
    </dsp:sp>
    <dsp:sp modelId="{8788B025-0212-4A49-889E-3632993CBA4D}">
      <dsp:nvSpPr>
        <dsp:cNvPr id="0" name=""/>
        <dsp:cNvSpPr/>
      </dsp:nvSpPr>
      <dsp:spPr>
        <a:xfrm>
          <a:off x="199572" y="328612"/>
          <a:ext cx="26141" cy="13144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9705E0B-493C-42DC-91A9-81E21DAD7E92}">
      <dsp:nvSpPr>
        <dsp:cNvPr id="0" name=""/>
        <dsp:cNvSpPr/>
      </dsp:nvSpPr>
      <dsp:spPr>
        <a:xfrm>
          <a:off x="1619167" y="2313432"/>
          <a:ext cx="1976519" cy="617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C0F82A-8735-491A-8529-96CF1F62B2DB}">
      <dsp:nvSpPr>
        <dsp:cNvPr id="0" name=""/>
        <dsp:cNvSpPr/>
      </dsp:nvSpPr>
      <dsp:spPr>
        <a:xfrm>
          <a:off x="1619167" y="1905952"/>
          <a:ext cx="1976519" cy="407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900" b="0" i="0" kern="1200" dirty="0"/>
            <a:t>Tuning de la régularisation C </a:t>
          </a:r>
          <a:br>
            <a:rPr lang="fr-FR" sz="900" b="0" i="0" kern="1200" dirty="0"/>
          </a:br>
          <a:r>
            <a:rPr lang="fr-FR" sz="900" b="0" i="0" kern="1200" dirty="0"/>
            <a:t>par validation croisée stratifiée </a:t>
          </a:r>
          <a:br>
            <a:rPr lang="fr-FR" sz="900" b="0" i="0" kern="1200" dirty="0"/>
          </a:br>
          <a:r>
            <a:rPr lang="fr-FR" sz="900" b="0" i="0" kern="1200" dirty="0"/>
            <a:t>(</a:t>
          </a:r>
          <a:r>
            <a:rPr lang="fr-FR" sz="900" b="0" i="0" kern="1200" dirty="0" err="1"/>
            <a:t>scoring</a:t>
          </a:r>
          <a:r>
            <a:rPr lang="fr-FR" sz="900" b="0" i="0" kern="1200" dirty="0"/>
            <a:t> AUC).</a:t>
          </a:r>
          <a:endParaRPr lang="fr-FR" sz="900" kern="1200" dirty="0"/>
        </a:p>
      </dsp:txBody>
      <dsp:txXfrm>
        <a:off x="1619167" y="1905952"/>
        <a:ext cx="1976519" cy="407479"/>
      </dsp:txXfrm>
    </dsp:sp>
    <dsp:sp modelId="{E18D88DE-F82E-486F-BED0-2BC37009B26E}">
      <dsp:nvSpPr>
        <dsp:cNvPr id="0" name=""/>
        <dsp:cNvSpPr/>
      </dsp:nvSpPr>
      <dsp:spPr>
        <a:xfrm>
          <a:off x="1396964" y="1643062"/>
          <a:ext cx="26141" cy="13144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F3319BB-131C-4E36-9551-D4001C8855C9}">
      <dsp:nvSpPr>
        <dsp:cNvPr id="0" name=""/>
        <dsp:cNvSpPr/>
      </dsp:nvSpPr>
      <dsp:spPr>
        <a:xfrm>
          <a:off x="144675" y="1575094"/>
          <a:ext cx="135935" cy="13593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CC1F9E-B3C7-4174-87A1-EC67575A5B5C}">
      <dsp:nvSpPr>
        <dsp:cNvPr id="0" name=""/>
        <dsp:cNvSpPr/>
      </dsp:nvSpPr>
      <dsp:spPr>
        <a:xfrm>
          <a:off x="1342067" y="1575094"/>
          <a:ext cx="135935" cy="13593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894EE84-1176-43D4-8BBD-5279CE7065B2}">
      <dsp:nvSpPr>
        <dsp:cNvPr id="0" name=""/>
        <dsp:cNvSpPr/>
      </dsp:nvSpPr>
      <dsp:spPr>
        <a:xfrm>
          <a:off x="2816559" y="749236"/>
          <a:ext cx="1976519" cy="762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534494-AD12-46C2-AA5B-BC738E723D87}">
      <dsp:nvSpPr>
        <dsp:cNvPr id="0" name=""/>
        <dsp:cNvSpPr/>
      </dsp:nvSpPr>
      <dsp:spPr>
        <a:xfrm>
          <a:off x="2816559" y="354901"/>
          <a:ext cx="1976519" cy="39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900" b="0" i="0" kern="1200" dirty="0"/>
            <a:t>Déséquilibre (~28 %) : </a:t>
          </a:r>
          <a:br>
            <a:rPr lang="fr-FR" sz="900" b="0" i="0" kern="1200" dirty="0"/>
          </a:br>
          <a:r>
            <a:rPr lang="fr-FR" sz="900" b="0" i="0" kern="1200" dirty="0" err="1"/>
            <a:t>class_weight</a:t>
          </a:r>
          <a:r>
            <a:rPr lang="fr-FR" sz="900" b="0" i="0" kern="1200" dirty="0"/>
            <a:t>="</a:t>
          </a:r>
          <a:r>
            <a:rPr lang="fr-FR" sz="900" b="0" i="0" kern="1200" dirty="0" err="1"/>
            <a:t>balanced</a:t>
          </a:r>
          <a:r>
            <a:rPr lang="fr-FR" sz="900" b="0" i="0" kern="1200" dirty="0"/>
            <a:t>".</a:t>
          </a:r>
          <a:endParaRPr lang="fr-FR" sz="900" kern="1200" dirty="0"/>
        </a:p>
      </dsp:txBody>
      <dsp:txXfrm>
        <a:off x="2816559" y="354901"/>
        <a:ext cx="1976519" cy="394335"/>
      </dsp:txXfrm>
    </dsp:sp>
    <dsp:sp modelId="{9F8EF6B6-79E3-427D-A5E6-71BC6F2B5F80}">
      <dsp:nvSpPr>
        <dsp:cNvPr id="0" name=""/>
        <dsp:cNvSpPr/>
      </dsp:nvSpPr>
      <dsp:spPr>
        <a:xfrm>
          <a:off x="2594356" y="328612"/>
          <a:ext cx="26141" cy="13144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EBE8BCF-E475-4B69-8756-D46568A4468F}">
      <dsp:nvSpPr>
        <dsp:cNvPr id="0" name=""/>
        <dsp:cNvSpPr/>
      </dsp:nvSpPr>
      <dsp:spPr>
        <a:xfrm>
          <a:off x="4013951" y="2313432"/>
          <a:ext cx="1976519" cy="617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46A54B-5DAE-4B5E-87DF-4345EB6BC832}">
      <dsp:nvSpPr>
        <dsp:cNvPr id="0" name=""/>
        <dsp:cNvSpPr/>
      </dsp:nvSpPr>
      <dsp:spPr>
        <a:xfrm>
          <a:off x="4013951" y="1905952"/>
          <a:ext cx="1976519" cy="4074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900" b="0" i="0" kern="1200" dirty="0"/>
            <a:t>Seuil métier choisi sur validation, </a:t>
          </a:r>
          <a:br>
            <a:rPr lang="fr-FR" sz="900" b="0" i="0" kern="1200" dirty="0"/>
          </a:br>
          <a:r>
            <a:rPr lang="fr-FR" sz="900" b="0" i="0" kern="1200" dirty="0"/>
            <a:t>puis évalué sur test </a:t>
          </a:r>
          <a:r>
            <a:rPr lang="fr-FR" sz="900" b="0" i="0" kern="1200" dirty="0" err="1"/>
            <a:t>hold</a:t>
          </a:r>
          <a:r>
            <a:rPr lang="fr-FR" sz="900" b="0" i="0" kern="1200" dirty="0"/>
            <a:t>-out.</a:t>
          </a:r>
          <a:endParaRPr lang="fr-FR" sz="900" kern="1200" dirty="0"/>
        </a:p>
      </dsp:txBody>
      <dsp:txXfrm>
        <a:off x="4013951" y="1905952"/>
        <a:ext cx="1976519" cy="407479"/>
      </dsp:txXfrm>
    </dsp:sp>
    <dsp:sp modelId="{5852AA7D-5141-48CB-8FF2-433671362432}">
      <dsp:nvSpPr>
        <dsp:cNvPr id="0" name=""/>
        <dsp:cNvSpPr/>
      </dsp:nvSpPr>
      <dsp:spPr>
        <a:xfrm>
          <a:off x="3791748" y="1643062"/>
          <a:ext cx="26141" cy="13144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D6A3DCB-A050-4DD0-983A-6C891B62815C}">
      <dsp:nvSpPr>
        <dsp:cNvPr id="0" name=""/>
        <dsp:cNvSpPr/>
      </dsp:nvSpPr>
      <dsp:spPr>
        <a:xfrm>
          <a:off x="2539459" y="1575094"/>
          <a:ext cx="135935" cy="13593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1F35C92-BA85-40A2-B91A-08CE46226F11}">
      <dsp:nvSpPr>
        <dsp:cNvPr id="0" name=""/>
        <dsp:cNvSpPr/>
      </dsp:nvSpPr>
      <dsp:spPr>
        <a:xfrm>
          <a:off x="3736851" y="1575094"/>
          <a:ext cx="135935" cy="13593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AF9B0A5-BF86-46AE-988D-70576B33F103}">
      <dsp:nvSpPr>
        <dsp:cNvPr id="0" name=""/>
        <dsp:cNvSpPr/>
      </dsp:nvSpPr>
      <dsp:spPr>
        <a:xfrm>
          <a:off x="5211343" y="749236"/>
          <a:ext cx="1976519" cy="762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BB906-5F6E-4906-ACE6-8763AD23D807}">
      <dsp:nvSpPr>
        <dsp:cNvPr id="0" name=""/>
        <dsp:cNvSpPr/>
      </dsp:nvSpPr>
      <dsp:spPr>
        <a:xfrm>
          <a:off x="5211343" y="354901"/>
          <a:ext cx="1976519" cy="39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900" b="0" i="0" kern="1200" dirty="0"/>
            <a:t>AUC CV ≈ AUC test → pas de surapprentissage visible.</a:t>
          </a:r>
          <a:endParaRPr lang="fr-FR" sz="900" kern="1200" dirty="0"/>
        </a:p>
      </dsp:txBody>
      <dsp:txXfrm>
        <a:off x="5211343" y="354901"/>
        <a:ext cx="1976519" cy="394335"/>
      </dsp:txXfrm>
    </dsp:sp>
    <dsp:sp modelId="{645072E3-15FC-4FED-B290-1745963E425C}">
      <dsp:nvSpPr>
        <dsp:cNvPr id="0" name=""/>
        <dsp:cNvSpPr/>
      </dsp:nvSpPr>
      <dsp:spPr>
        <a:xfrm>
          <a:off x="4989140" y="328612"/>
          <a:ext cx="26141" cy="131445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E84AD6D-D365-4498-A32C-460D7C2CDB1F}">
      <dsp:nvSpPr>
        <dsp:cNvPr id="0" name=""/>
        <dsp:cNvSpPr/>
      </dsp:nvSpPr>
      <dsp:spPr>
        <a:xfrm>
          <a:off x="4934243" y="1575094"/>
          <a:ext cx="135935" cy="13593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E7CC1-356D-4AE9-8F9D-194D0CCEB78C}">
      <dsp:nvSpPr>
        <dsp:cNvPr id="0" name=""/>
        <dsp:cNvSpPr/>
      </dsp:nvSpPr>
      <dsp:spPr>
        <a:xfrm>
          <a:off x="-3714262" y="-570613"/>
          <a:ext cx="4427352" cy="4427352"/>
        </a:xfrm>
        <a:prstGeom prst="blockArc">
          <a:avLst>
            <a:gd name="adj1" fmla="val 18900000"/>
            <a:gd name="adj2" fmla="val 2700000"/>
            <a:gd name="adj3" fmla="val 488"/>
          </a:avLst>
        </a:prstGeom>
        <a:noFill/>
        <a:ln w="12700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B7D86-627F-4A75-A64C-88EB8D61926A}">
      <dsp:nvSpPr>
        <dsp:cNvPr id="0" name=""/>
        <dsp:cNvSpPr/>
      </dsp:nvSpPr>
      <dsp:spPr>
        <a:xfrm>
          <a:off x="231490" y="149387"/>
          <a:ext cx="6916983" cy="29864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7048" tIns="27940" rIns="27940" bIns="2794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i="0" kern="1200" dirty="0"/>
            <a:t>Bundle sérialisé (</a:t>
          </a:r>
          <a:r>
            <a:rPr lang="fr-FR" sz="1050" b="0" i="0" kern="1200" dirty="0" err="1"/>
            <a:t>joblib</a:t>
          </a:r>
          <a:r>
            <a:rPr lang="fr-FR" sz="1050" b="0" i="0" kern="1200"/>
            <a:t>) : Pipeline + features + seuil + catalogue + métadonnées.</a:t>
          </a:r>
          <a:endParaRPr lang="fr-FR" sz="1050" kern="1200" dirty="0"/>
        </a:p>
      </dsp:txBody>
      <dsp:txXfrm>
        <a:off x="231490" y="149387"/>
        <a:ext cx="6916983" cy="298643"/>
      </dsp:txXfrm>
    </dsp:sp>
    <dsp:sp modelId="{BF2660FD-B0BD-483B-AC78-DEA3D03B823E}">
      <dsp:nvSpPr>
        <dsp:cNvPr id="0" name=""/>
        <dsp:cNvSpPr/>
      </dsp:nvSpPr>
      <dsp:spPr>
        <a:xfrm>
          <a:off x="44838" y="112056"/>
          <a:ext cx="373303" cy="373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7DAF0BD-750F-4314-9BF3-1E5BF4FDF6BB}">
      <dsp:nvSpPr>
        <dsp:cNvPr id="0" name=""/>
        <dsp:cNvSpPr/>
      </dsp:nvSpPr>
      <dsp:spPr>
        <a:xfrm>
          <a:off x="501938" y="597614"/>
          <a:ext cx="6646535" cy="29864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58214"/>
                <a:satOff val="-1043"/>
                <a:lumOff val="4431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58214"/>
                <a:satOff val="-1043"/>
                <a:lumOff val="4431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58214"/>
                <a:satOff val="-1043"/>
                <a:lumOff val="4431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7048" tIns="27940" rIns="27940" bIns="2794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i="0" kern="1200"/>
            <a:t>Package decrochage : training.py, serving.py, api.py, cli.py, persistence.py, monitoring.py, tracking.py, scheduler.py.</a:t>
          </a:r>
          <a:endParaRPr lang="fr-FR" sz="1050" kern="1200"/>
        </a:p>
      </dsp:txBody>
      <dsp:txXfrm>
        <a:off x="501938" y="597614"/>
        <a:ext cx="6646535" cy="298643"/>
      </dsp:txXfrm>
    </dsp:sp>
    <dsp:sp modelId="{3C9E08BE-8BAB-49DB-B1C2-49374BE62FBB}">
      <dsp:nvSpPr>
        <dsp:cNvPr id="0" name=""/>
        <dsp:cNvSpPr/>
      </dsp:nvSpPr>
      <dsp:spPr>
        <a:xfrm>
          <a:off x="315286" y="560284"/>
          <a:ext cx="373303" cy="373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58214"/>
              <a:satOff val="-1043"/>
              <a:lumOff val="443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C1F2B5F-7EA9-4CA8-8DBE-FDE54457A8C1}">
      <dsp:nvSpPr>
        <dsp:cNvPr id="0" name=""/>
        <dsp:cNvSpPr/>
      </dsp:nvSpPr>
      <dsp:spPr>
        <a:xfrm>
          <a:off x="650142" y="1045513"/>
          <a:ext cx="6498331" cy="29864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16428"/>
                <a:satOff val="-2085"/>
                <a:lumOff val="8862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16428"/>
                <a:satOff val="-2085"/>
                <a:lumOff val="8862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16428"/>
                <a:satOff val="-2085"/>
                <a:lumOff val="8862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7048" tIns="27940" rIns="27940" bIns="2794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i="0" kern="1200"/>
            <a:t>Contrats industrialisés : CLI batch, API FastAPI /predict, bundle rechargeable hors notebook.</a:t>
          </a:r>
          <a:endParaRPr lang="fr-FR" sz="1050" kern="1200"/>
        </a:p>
      </dsp:txBody>
      <dsp:txXfrm>
        <a:off x="650142" y="1045513"/>
        <a:ext cx="6498331" cy="298643"/>
      </dsp:txXfrm>
    </dsp:sp>
    <dsp:sp modelId="{F065EA30-55DF-4D3E-945A-34E0A02FED0F}">
      <dsp:nvSpPr>
        <dsp:cNvPr id="0" name=""/>
        <dsp:cNvSpPr/>
      </dsp:nvSpPr>
      <dsp:spPr>
        <a:xfrm>
          <a:off x="463491" y="1008183"/>
          <a:ext cx="373303" cy="373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116428"/>
              <a:satOff val="-2085"/>
              <a:lumOff val="886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C7A0DA0-6C44-4CF2-9492-3B22D8E26720}">
      <dsp:nvSpPr>
        <dsp:cNvPr id="0" name=""/>
        <dsp:cNvSpPr/>
      </dsp:nvSpPr>
      <dsp:spPr>
        <a:xfrm>
          <a:off x="697463" y="1493740"/>
          <a:ext cx="6451011" cy="29864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74641"/>
                <a:satOff val="-3128"/>
                <a:lumOff val="13293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74641"/>
                <a:satOff val="-3128"/>
                <a:lumOff val="13293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74641"/>
                <a:satOff val="-3128"/>
                <a:lumOff val="13293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7048" tIns="27940" rIns="27940" bIns="2794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i="0" kern="1200"/>
            <a:t>Sécurité API : clé, limite de débit, requêtes corrélées sans journaliser les données.</a:t>
          </a:r>
          <a:endParaRPr lang="fr-FR" sz="1050" kern="1200"/>
        </a:p>
      </dsp:txBody>
      <dsp:txXfrm>
        <a:off x="697463" y="1493740"/>
        <a:ext cx="6451011" cy="298643"/>
      </dsp:txXfrm>
    </dsp:sp>
    <dsp:sp modelId="{05831E72-BE52-4FC0-BFC3-55FF8CDAA5B8}">
      <dsp:nvSpPr>
        <dsp:cNvPr id="0" name=""/>
        <dsp:cNvSpPr/>
      </dsp:nvSpPr>
      <dsp:spPr>
        <a:xfrm>
          <a:off x="510811" y="1456410"/>
          <a:ext cx="373303" cy="373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174641"/>
              <a:satOff val="-3128"/>
              <a:lumOff val="1329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79C03D4-2142-4480-B171-466E7A589B11}">
      <dsp:nvSpPr>
        <dsp:cNvPr id="0" name=""/>
        <dsp:cNvSpPr/>
      </dsp:nvSpPr>
      <dsp:spPr>
        <a:xfrm>
          <a:off x="650142" y="1941968"/>
          <a:ext cx="6498331" cy="29864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32855"/>
                <a:satOff val="-4171"/>
                <a:lumOff val="17723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32855"/>
                <a:satOff val="-4171"/>
                <a:lumOff val="17723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32855"/>
                <a:satOff val="-4171"/>
                <a:lumOff val="17723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7048" tIns="27940" rIns="27940" bIns="2794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i="0" kern="1200"/>
            <a:t>Cycle de vie : runs MLflow, registre + rollback.</a:t>
          </a:r>
          <a:endParaRPr lang="fr-FR" sz="1050" kern="1200"/>
        </a:p>
      </dsp:txBody>
      <dsp:txXfrm>
        <a:off x="650142" y="1941968"/>
        <a:ext cx="6498331" cy="298643"/>
      </dsp:txXfrm>
    </dsp:sp>
    <dsp:sp modelId="{FCD17F69-725C-4516-A92E-5A39DB5E1E47}">
      <dsp:nvSpPr>
        <dsp:cNvPr id="0" name=""/>
        <dsp:cNvSpPr/>
      </dsp:nvSpPr>
      <dsp:spPr>
        <a:xfrm>
          <a:off x="463491" y="1904638"/>
          <a:ext cx="373303" cy="373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32855"/>
              <a:satOff val="-4171"/>
              <a:lumOff val="1772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14A1885-09CB-4DE3-8FC6-FFA53C0F3F9D}">
      <dsp:nvSpPr>
        <dsp:cNvPr id="0" name=""/>
        <dsp:cNvSpPr/>
      </dsp:nvSpPr>
      <dsp:spPr>
        <a:xfrm>
          <a:off x="501938" y="2389867"/>
          <a:ext cx="6646535" cy="29864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91069"/>
                <a:satOff val="-5213"/>
                <a:lumOff val="22154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91069"/>
                <a:satOff val="-5213"/>
                <a:lumOff val="22154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91069"/>
                <a:satOff val="-5213"/>
                <a:lumOff val="22154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7048" tIns="27940" rIns="27940" bIns="2794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i="0" kern="1200"/>
            <a:t>Observabilité : /metrics, dashboard Grafana provisionné, alertes et heartbeat.</a:t>
          </a:r>
          <a:endParaRPr lang="fr-FR" sz="1050" kern="1200"/>
        </a:p>
      </dsp:txBody>
      <dsp:txXfrm>
        <a:off x="501938" y="2389867"/>
        <a:ext cx="6646535" cy="298643"/>
      </dsp:txXfrm>
    </dsp:sp>
    <dsp:sp modelId="{E2F01E92-EB97-437E-9D24-EF317F76EC20}">
      <dsp:nvSpPr>
        <dsp:cNvPr id="0" name=""/>
        <dsp:cNvSpPr/>
      </dsp:nvSpPr>
      <dsp:spPr>
        <a:xfrm>
          <a:off x="315286" y="2352536"/>
          <a:ext cx="373303" cy="373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91069"/>
              <a:satOff val="-5213"/>
              <a:lumOff val="2215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716B304-DFC2-478C-A202-3E49CD15C1D2}">
      <dsp:nvSpPr>
        <dsp:cNvPr id="0" name=""/>
        <dsp:cNvSpPr/>
      </dsp:nvSpPr>
      <dsp:spPr>
        <a:xfrm>
          <a:off x="231490" y="2838094"/>
          <a:ext cx="6916983" cy="29864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7048" tIns="27940" rIns="27940" bIns="2794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b="0" i="0" kern="1200"/>
            <a:t>Documentation : architecture, modèle, menace, monitoring, guide d'industrialisation.</a:t>
          </a:r>
          <a:endParaRPr lang="fr-FR" sz="1050" kern="1200"/>
        </a:p>
      </dsp:txBody>
      <dsp:txXfrm>
        <a:off x="231490" y="2838094"/>
        <a:ext cx="6916983" cy="298643"/>
      </dsp:txXfrm>
    </dsp:sp>
    <dsp:sp modelId="{95D082B9-05B9-485E-9476-713A829A7067}">
      <dsp:nvSpPr>
        <dsp:cNvPr id="0" name=""/>
        <dsp:cNvSpPr/>
      </dsp:nvSpPr>
      <dsp:spPr>
        <a:xfrm>
          <a:off x="44838" y="2800764"/>
          <a:ext cx="373303" cy="3733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11F28-6ABA-493A-B882-F464657291F0}">
      <dsp:nvSpPr>
        <dsp:cNvPr id="0" name=""/>
        <dsp:cNvSpPr/>
      </dsp:nvSpPr>
      <dsp:spPr>
        <a:xfrm>
          <a:off x="0" y="0"/>
          <a:ext cx="1733847" cy="676277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Ingestion</a:t>
          </a:r>
          <a:endParaRPr lang="fr-FR" sz="1200" kern="1200" dirty="0"/>
        </a:p>
      </dsp:txBody>
      <dsp:txXfrm>
        <a:off x="338139" y="0"/>
        <a:ext cx="1057570" cy="676277"/>
      </dsp:txXfrm>
    </dsp:sp>
    <dsp:sp modelId="{58D5073C-FD8F-4895-BD3D-67EB056A7205}">
      <dsp:nvSpPr>
        <dsp:cNvPr id="0" name=""/>
        <dsp:cNvSpPr/>
      </dsp:nvSpPr>
      <dsp:spPr>
        <a:xfrm>
          <a:off x="1560462" y="0"/>
          <a:ext cx="1733847" cy="676277"/>
        </a:xfrm>
        <a:prstGeom prst="chevron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Bronze</a:t>
          </a:r>
          <a:endParaRPr lang="fr-FR" sz="1200" kern="1200" dirty="0"/>
        </a:p>
      </dsp:txBody>
      <dsp:txXfrm>
        <a:off x="1898601" y="0"/>
        <a:ext cx="1057570" cy="676277"/>
      </dsp:txXfrm>
    </dsp:sp>
    <dsp:sp modelId="{E98ECB69-B047-4A26-8697-2E036F6EE4CA}">
      <dsp:nvSpPr>
        <dsp:cNvPr id="0" name=""/>
        <dsp:cNvSpPr/>
      </dsp:nvSpPr>
      <dsp:spPr>
        <a:xfrm>
          <a:off x="3120925" y="0"/>
          <a:ext cx="1733847" cy="676277"/>
        </a:xfrm>
        <a:prstGeom prst="chevron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Silver</a:t>
          </a:r>
          <a:endParaRPr lang="fr-FR" sz="1200" kern="1200" dirty="0"/>
        </a:p>
      </dsp:txBody>
      <dsp:txXfrm>
        <a:off x="3459064" y="0"/>
        <a:ext cx="1057570" cy="676277"/>
      </dsp:txXfrm>
    </dsp:sp>
    <dsp:sp modelId="{F2AF2AB3-F46B-48EE-B1BD-87EBB5DD4F3E}">
      <dsp:nvSpPr>
        <dsp:cNvPr id="0" name=""/>
        <dsp:cNvSpPr/>
      </dsp:nvSpPr>
      <dsp:spPr>
        <a:xfrm>
          <a:off x="4681388" y="0"/>
          <a:ext cx="1733847" cy="676277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Gold</a:t>
          </a:r>
          <a:endParaRPr lang="fr-FR" sz="1200" kern="1200" dirty="0"/>
        </a:p>
      </dsp:txBody>
      <dsp:txXfrm>
        <a:off x="5019527" y="0"/>
        <a:ext cx="1057570" cy="676277"/>
      </dsp:txXfrm>
    </dsp:sp>
    <dsp:sp modelId="{03A3F1AF-FB87-4B18-AC88-9F7D298139EE}">
      <dsp:nvSpPr>
        <dsp:cNvPr id="0" name=""/>
        <dsp:cNvSpPr/>
      </dsp:nvSpPr>
      <dsp:spPr>
        <a:xfrm>
          <a:off x="6241851" y="0"/>
          <a:ext cx="1733847" cy="676277"/>
        </a:xfrm>
        <a:prstGeom prst="chevron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Entraînement / </a:t>
          </a:r>
          <a:r>
            <a:rPr lang="fr-FR" sz="1200" b="0" i="0" kern="1200" dirty="0" err="1"/>
            <a:t>Scoring</a:t>
          </a:r>
          <a:endParaRPr lang="fr-FR" sz="1200" kern="1200" dirty="0"/>
        </a:p>
      </dsp:txBody>
      <dsp:txXfrm>
        <a:off x="6579990" y="0"/>
        <a:ext cx="1057570" cy="676277"/>
      </dsp:txXfrm>
    </dsp:sp>
    <dsp:sp modelId="{423FB9B1-ABB2-4109-A97C-70D449D5F9AC}">
      <dsp:nvSpPr>
        <dsp:cNvPr id="0" name=""/>
        <dsp:cNvSpPr/>
      </dsp:nvSpPr>
      <dsp:spPr>
        <a:xfrm>
          <a:off x="7802314" y="0"/>
          <a:ext cx="1733847" cy="676277"/>
        </a:xfrm>
        <a:prstGeom prst="chevron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API/CLI</a:t>
          </a:r>
          <a:endParaRPr lang="fr-FR" sz="1200" kern="1200" dirty="0"/>
        </a:p>
      </dsp:txBody>
      <dsp:txXfrm>
        <a:off x="8140453" y="0"/>
        <a:ext cx="1057570" cy="676277"/>
      </dsp:txXfrm>
    </dsp:sp>
    <dsp:sp modelId="{DA3C507C-8879-4C05-8C12-22898C262540}">
      <dsp:nvSpPr>
        <dsp:cNvPr id="0" name=""/>
        <dsp:cNvSpPr/>
      </dsp:nvSpPr>
      <dsp:spPr>
        <a:xfrm>
          <a:off x="9362777" y="0"/>
          <a:ext cx="1733847" cy="676277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/>
            <a:t>Monitoring</a:t>
          </a:r>
          <a:endParaRPr lang="fr-FR" sz="1200" kern="1200" dirty="0"/>
        </a:p>
      </dsp:txBody>
      <dsp:txXfrm>
        <a:off x="9700916" y="0"/>
        <a:ext cx="1057570" cy="6762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971D4B-DC3C-4F90-81FC-AF8B1AF45B09}">
      <dsp:nvSpPr>
        <dsp:cNvPr id="0" name=""/>
        <dsp:cNvSpPr/>
      </dsp:nvSpPr>
      <dsp:spPr>
        <a:xfrm>
          <a:off x="0" y="7799"/>
          <a:ext cx="11144248" cy="4797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7000"/>
                <a:lumMod val="110000"/>
                <a:satMod val="105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73000"/>
                <a:lumMod val="105000"/>
                <a:satMod val="10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lumMod val="105000"/>
                <a:satMod val="109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0" i="0" kern="1200"/>
            <a:t>~5 200 étudiants/an · batch mi-S1 · API peu sollicitée</a:t>
          </a:r>
          <a:endParaRPr lang="fr-FR" sz="2000" kern="1200"/>
        </a:p>
      </dsp:txBody>
      <dsp:txXfrm>
        <a:off x="23417" y="31216"/>
        <a:ext cx="11097414" cy="4328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8716C-D916-4770-9A9E-9B648EF1AF2F}">
      <dsp:nvSpPr>
        <dsp:cNvPr id="0" name=""/>
        <dsp:cNvSpPr/>
      </dsp:nvSpPr>
      <dsp:spPr>
        <a:xfrm rot="5400000">
          <a:off x="-64859" y="65474"/>
          <a:ext cx="432398" cy="302678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 w="6350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0" i="0" kern="1200"/>
            <a:t>1 </a:t>
          </a:r>
          <a:endParaRPr lang="fr-FR" sz="800" kern="1200" dirty="0"/>
        </a:p>
      </dsp:txBody>
      <dsp:txXfrm rot="-5400000">
        <a:off x="1" y="151953"/>
        <a:ext cx="302678" cy="129720"/>
      </dsp:txXfrm>
    </dsp:sp>
    <dsp:sp modelId="{95730B45-4304-4130-8278-24EB9295A24F}">
      <dsp:nvSpPr>
        <dsp:cNvPr id="0" name=""/>
        <dsp:cNvSpPr/>
      </dsp:nvSpPr>
      <dsp:spPr>
        <a:xfrm rot="5400000">
          <a:off x="3606497" y="-3303204"/>
          <a:ext cx="281058" cy="68886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500" b="0" i="0" kern="1200"/>
            <a:t>Contrôler chaque batch : qualité + PSI (watch ≥ 0,10 ; alert ≥ 0,25).</a:t>
          </a:r>
          <a:endParaRPr lang="fr-FR" sz="1500" kern="1200" dirty="0"/>
        </a:p>
      </dsp:txBody>
      <dsp:txXfrm rot="-5400000">
        <a:off x="302678" y="14335"/>
        <a:ext cx="6874976" cy="253618"/>
      </dsp:txXfrm>
    </dsp:sp>
    <dsp:sp modelId="{E2AC8081-5B7B-43E7-9228-F27ABD3FB120}">
      <dsp:nvSpPr>
        <dsp:cNvPr id="0" name=""/>
        <dsp:cNvSpPr/>
      </dsp:nvSpPr>
      <dsp:spPr>
        <a:xfrm rot="5400000">
          <a:off x="-64859" y="407068"/>
          <a:ext cx="432398" cy="302678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69857"/>
                <a:satOff val="-1251"/>
                <a:lumOff val="5317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69857"/>
                <a:satOff val="-1251"/>
                <a:lumOff val="5317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69857"/>
                <a:satOff val="-1251"/>
                <a:lumOff val="5317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 w="6350">
          <a:solidFill>
            <a:schemeClr val="accent1">
              <a:shade val="80000"/>
              <a:hueOff val="69857"/>
              <a:satOff val="-1251"/>
              <a:lumOff val="5317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0" i="0" kern="1200">
              <a:latin typeface="Aptos"/>
              <a:ea typeface="Aptos"/>
              <a:cs typeface="Aptos"/>
            </a:rPr>
            <a:t>2 </a:t>
          </a:r>
          <a:endParaRPr lang="fr-FR" sz="800" kern="1200" dirty="0"/>
        </a:p>
      </dsp:txBody>
      <dsp:txXfrm rot="-5400000">
        <a:off x="1" y="493547"/>
        <a:ext cx="302678" cy="129720"/>
      </dsp:txXfrm>
    </dsp:sp>
    <dsp:sp modelId="{C9195F44-9D7B-4966-98A4-13EE3476B13C}">
      <dsp:nvSpPr>
        <dsp:cNvPr id="0" name=""/>
        <dsp:cNvSpPr/>
      </dsp:nvSpPr>
      <dsp:spPr>
        <a:xfrm rot="5400000">
          <a:off x="3606497" y="-2961609"/>
          <a:ext cx="281058" cy="68886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69857"/>
              <a:satOff val="-1251"/>
              <a:lumOff val="5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500" b="0" i="0" kern="1200">
              <a:latin typeface="Aptos"/>
              <a:ea typeface="Aptos"/>
              <a:cs typeface="Aptos"/>
            </a:rPr>
            <a:t>Dérive sans labels frais : investiguer la collecte, ne pas réentraîner à l'aveugle.</a:t>
          </a:r>
          <a:endParaRPr lang="fr-FR" sz="1500" kern="1200" dirty="0"/>
        </a:p>
      </dsp:txBody>
      <dsp:txXfrm rot="-5400000">
        <a:off x="302678" y="355930"/>
        <a:ext cx="6874976" cy="253618"/>
      </dsp:txXfrm>
    </dsp:sp>
    <dsp:sp modelId="{75FFE522-A079-4D6D-891B-23C4CFFB55AF}">
      <dsp:nvSpPr>
        <dsp:cNvPr id="0" name=""/>
        <dsp:cNvSpPr/>
      </dsp:nvSpPr>
      <dsp:spPr>
        <a:xfrm rot="5400000">
          <a:off x="-64859" y="748663"/>
          <a:ext cx="432398" cy="302678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139713"/>
                <a:satOff val="-2502"/>
                <a:lumOff val="10634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39713"/>
                <a:satOff val="-2502"/>
                <a:lumOff val="10634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39713"/>
                <a:satOff val="-2502"/>
                <a:lumOff val="10634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 w="6350">
          <a:solidFill>
            <a:schemeClr val="accent1">
              <a:shade val="80000"/>
              <a:hueOff val="139713"/>
              <a:satOff val="-2502"/>
              <a:lumOff val="10634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0" i="0" kern="1200">
              <a:latin typeface="Aptos"/>
              <a:ea typeface="Aptos"/>
              <a:cs typeface="Aptos"/>
            </a:rPr>
            <a:t>3</a:t>
          </a:r>
          <a:endParaRPr lang="fr-FR" sz="800" kern="1200" dirty="0"/>
        </a:p>
      </dsp:txBody>
      <dsp:txXfrm rot="-5400000">
        <a:off x="1" y="835142"/>
        <a:ext cx="302678" cy="129720"/>
      </dsp:txXfrm>
    </dsp:sp>
    <dsp:sp modelId="{A8842986-8E47-46CD-9BDE-75BA143ED4B5}">
      <dsp:nvSpPr>
        <dsp:cNvPr id="0" name=""/>
        <dsp:cNvSpPr/>
      </dsp:nvSpPr>
      <dsp:spPr>
        <a:xfrm rot="5400000">
          <a:off x="3606497" y="-2620014"/>
          <a:ext cx="281058" cy="68886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139713"/>
              <a:satOff val="-2502"/>
              <a:lumOff val="1063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500" b="0" i="0" kern="1200">
              <a:latin typeface="Aptos"/>
              <a:ea typeface="Aptos"/>
              <a:cs typeface="Aptos"/>
            </a:rPr>
            <a:t>Labels disponibles : entraîner un candidate annuel.</a:t>
          </a:r>
          <a:endParaRPr lang="fr-FR" sz="1500" kern="1200" dirty="0"/>
        </a:p>
      </dsp:txBody>
      <dsp:txXfrm rot="-5400000">
        <a:off x="302678" y="697525"/>
        <a:ext cx="6874976" cy="253618"/>
      </dsp:txXfrm>
    </dsp:sp>
    <dsp:sp modelId="{564737A6-4C17-4AD9-A63C-14FA9FCC3A1B}">
      <dsp:nvSpPr>
        <dsp:cNvPr id="0" name=""/>
        <dsp:cNvSpPr/>
      </dsp:nvSpPr>
      <dsp:spPr>
        <a:xfrm rot="5400000">
          <a:off x="-64859" y="1090258"/>
          <a:ext cx="432398" cy="302678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209570"/>
                <a:satOff val="-3754"/>
                <a:lumOff val="15951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09570"/>
                <a:satOff val="-3754"/>
                <a:lumOff val="15951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09570"/>
                <a:satOff val="-3754"/>
                <a:lumOff val="15951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 w="6350">
          <a:solidFill>
            <a:schemeClr val="accent1">
              <a:shade val="80000"/>
              <a:hueOff val="209570"/>
              <a:satOff val="-3754"/>
              <a:lumOff val="15951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0" i="0" kern="1200">
              <a:latin typeface="Aptos"/>
              <a:ea typeface="Aptos"/>
              <a:cs typeface="Aptos"/>
            </a:rPr>
            <a:t>4</a:t>
          </a:r>
          <a:endParaRPr lang="fr-FR" sz="800" kern="1200" dirty="0"/>
        </a:p>
      </dsp:txBody>
      <dsp:txXfrm rot="-5400000">
        <a:off x="1" y="1176737"/>
        <a:ext cx="302678" cy="129720"/>
      </dsp:txXfrm>
    </dsp:sp>
    <dsp:sp modelId="{4A48B9ED-91CB-4A8D-A537-FC5A7DDC2530}">
      <dsp:nvSpPr>
        <dsp:cNvPr id="0" name=""/>
        <dsp:cNvSpPr/>
      </dsp:nvSpPr>
      <dsp:spPr>
        <a:xfrm rot="5400000">
          <a:off x="3606497" y="-2278419"/>
          <a:ext cx="281058" cy="68886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09570"/>
              <a:satOff val="-3754"/>
              <a:lumOff val="159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500" b="0" i="0" kern="1200">
              <a:latin typeface="Aptos"/>
              <a:ea typeface="Aptos"/>
              <a:cs typeface="Aptos"/>
            </a:rPr>
            <a:t>Tracer l'expérience : paramètres, métriques et bundle dans un run MLflow.</a:t>
          </a:r>
          <a:endParaRPr lang="fr-FR" sz="1500" kern="1200" dirty="0"/>
        </a:p>
      </dsp:txBody>
      <dsp:txXfrm rot="-5400000">
        <a:off x="302678" y="1039120"/>
        <a:ext cx="6874976" cy="253618"/>
      </dsp:txXfrm>
    </dsp:sp>
    <dsp:sp modelId="{51995721-7F32-4820-A5B3-74A7335510DE}">
      <dsp:nvSpPr>
        <dsp:cNvPr id="0" name=""/>
        <dsp:cNvSpPr/>
      </dsp:nvSpPr>
      <dsp:spPr>
        <a:xfrm rot="5400000">
          <a:off x="-64859" y="1431853"/>
          <a:ext cx="432398" cy="302678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279426"/>
                <a:satOff val="-5005"/>
                <a:lumOff val="21268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79426"/>
                <a:satOff val="-5005"/>
                <a:lumOff val="21268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79426"/>
                <a:satOff val="-5005"/>
                <a:lumOff val="21268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 w="6350">
          <a:solidFill>
            <a:schemeClr val="accent1">
              <a:shade val="80000"/>
              <a:hueOff val="279426"/>
              <a:satOff val="-5005"/>
              <a:lumOff val="21268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0" i="0" kern="1200">
              <a:latin typeface="Aptos"/>
              <a:ea typeface="Aptos"/>
              <a:cs typeface="Aptos"/>
            </a:rPr>
            <a:t>5</a:t>
          </a:r>
          <a:endParaRPr lang="fr-FR" sz="800" kern="1200" dirty="0"/>
        </a:p>
      </dsp:txBody>
      <dsp:txXfrm rot="-5400000">
        <a:off x="1" y="1518332"/>
        <a:ext cx="302678" cy="129720"/>
      </dsp:txXfrm>
    </dsp:sp>
    <dsp:sp modelId="{0FE52109-D8BA-4E99-9CD1-535D36B0953C}">
      <dsp:nvSpPr>
        <dsp:cNvPr id="0" name=""/>
        <dsp:cNvSpPr/>
      </dsp:nvSpPr>
      <dsp:spPr>
        <a:xfrm rot="5400000">
          <a:off x="3606497" y="-1936825"/>
          <a:ext cx="281058" cy="68886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79426"/>
              <a:satOff val="-5005"/>
              <a:lumOff val="2126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500" b="0" i="0" kern="1200">
              <a:latin typeface="Aptos"/>
              <a:ea typeface="Aptos"/>
              <a:cs typeface="Aptos"/>
            </a:rPr>
            <a:t>Gate : AUC ≥ 0,85 · rappel ≥ 0,90 sans régression · écart équité ≤ 10 pts.</a:t>
          </a:r>
          <a:endParaRPr lang="fr-FR" sz="1500" kern="1200" dirty="0"/>
        </a:p>
      </dsp:txBody>
      <dsp:txXfrm rot="-5400000">
        <a:off x="302678" y="1380714"/>
        <a:ext cx="6874976" cy="253618"/>
      </dsp:txXfrm>
    </dsp:sp>
    <dsp:sp modelId="{472F00C8-2E9B-4C3B-94C0-38E0911FDD49}">
      <dsp:nvSpPr>
        <dsp:cNvPr id="0" name=""/>
        <dsp:cNvSpPr/>
      </dsp:nvSpPr>
      <dsp:spPr>
        <a:xfrm rot="5400000">
          <a:off x="-64859" y="1773447"/>
          <a:ext cx="432398" cy="302678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 w="6350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0" i="0" kern="1200" dirty="0">
              <a:latin typeface="Aptos"/>
              <a:ea typeface="Aptos"/>
              <a:cs typeface="Aptos"/>
            </a:rPr>
            <a:t>6</a:t>
          </a:r>
          <a:endParaRPr lang="fr-FR" sz="800" kern="1200" dirty="0"/>
        </a:p>
      </dsp:txBody>
      <dsp:txXfrm rot="-5400000">
        <a:off x="1" y="1859926"/>
        <a:ext cx="302678" cy="129720"/>
      </dsp:txXfrm>
    </dsp:sp>
    <dsp:sp modelId="{47A43235-BB58-4FB9-A759-1F8FC522BFF1}">
      <dsp:nvSpPr>
        <dsp:cNvPr id="0" name=""/>
        <dsp:cNvSpPr/>
      </dsp:nvSpPr>
      <dsp:spPr>
        <a:xfrm rot="5400000">
          <a:off x="3606497" y="-1595230"/>
          <a:ext cx="281058" cy="68886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500" b="0" i="0" kern="1200">
              <a:latin typeface="Aptos"/>
              <a:ea typeface="Aptos"/>
              <a:cs typeface="Aptos"/>
            </a:rPr>
            <a:t>Validation humaine obligatoire, puis alias MLflow production ou rollback.</a:t>
          </a:r>
          <a:endParaRPr lang="fr-FR" sz="1500" kern="1200" dirty="0"/>
        </a:p>
      </dsp:txBody>
      <dsp:txXfrm rot="-5400000">
        <a:off x="302678" y="1722309"/>
        <a:ext cx="6874976" cy="25361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1E0EE-6036-4381-AC09-2B609FF2C83E}">
      <dsp:nvSpPr>
        <dsp:cNvPr id="0" name=""/>
        <dsp:cNvSpPr/>
      </dsp:nvSpPr>
      <dsp:spPr>
        <a:xfrm rot="16200000">
          <a:off x="901968" y="-900689"/>
          <a:ext cx="1524000" cy="3325378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Une ligne JSON par requête, sans payload étudiant ni clé API.</a:t>
          </a:r>
          <a:endParaRPr lang="fr-FR" sz="1200" kern="1200"/>
        </a:p>
      </dsp:txBody>
      <dsp:txXfrm rot="5400000">
        <a:off x="1279" y="304800"/>
        <a:ext cx="3325378" cy="914400"/>
      </dsp:txXfrm>
    </dsp:sp>
    <dsp:sp modelId="{F7F08521-7D3F-43DD-A5D6-D06ED35908D5}">
      <dsp:nvSpPr>
        <dsp:cNvPr id="0" name=""/>
        <dsp:cNvSpPr/>
      </dsp:nvSpPr>
      <dsp:spPr>
        <a:xfrm rot="16200000">
          <a:off x="4476750" y="-900689"/>
          <a:ext cx="1524000" cy="3325378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174641"/>
                <a:satOff val="-3128"/>
                <a:lumOff val="13293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74641"/>
                <a:satOff val="-3128"/>
                <a:lumOff val="13293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74641"/>
                <a:satOff val="-3128"/>
                <a:lumOff val="13293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X-Request-ID relie la réponse utilisateur au journal technique.</a:t>
          </a:r>
          <a:endParaRPr lang="fr-FR" sz="1200" kern="1200"/>
        </a:p>
      </dsp:txBody>
      <dsp:txXfrm rot="5400000">
        <a:off x="3576061" y="304800"/>
        <a:ext cx="3325378" cy="914400"/>
      </dsp:txXfrm>
    </dsp:sp>
    <dsp:sp modelId="{6CAA1380-9D7C-47F2-BBD5-E7834EE36E95}">
      <dsp:nvSpPr>
        <dsp:cNvPr id="0" name=""/>
        <dsp:cNvSpPr/>
      </dsp:nvSpPr>
      <dsp:spPr>
        <a:xfrm rot="16200000">
          <a:off x="8051531" y="-900689"/>
          <a:ext cx="1524000" cy="3325378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/>
            <a:t>Rotation Docker : 10 Mo par fichier, 5 fichiers conservés.</a:t>
          </a:r>
          <a:endParaRPr lang="fr-FR" sz="1200" kern="1200"/>
        </a:p>
      </dsp:txBody>
      <dsp:txXfrm rot="5400000">
        <a:off x="7150842" y="304800"/>
        <a:ext cx="3325378" cy="9144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B596F-6475-4A18-9ECC-3A0DF1F44834}">
      <dsp:nvSpPr>
        <dsp:cNvPr id="0" name=""/>
        <dsp:cNvSpPr/>
      </dsp:nvSpPr>
      <dsp:spPr>
        <a:xfrm>
          <a:off x="-2744385" y="-423166"/>
          <a:ext cx="3275208" cy="3275208"/>
        </a:xfrm>
        <a:prstGeom prst="blockArc">
          <a:avLst>
            <a:gd name="adj1" fmla="val 18900000"/>
            <a:gd name="adj2" fmla="val 2700000"/>
            <a:gd name="adj3" fmla="val 660"/>
          </a:avLst>
        </a:prstGeom>
        <a:noFill/>
        <a:ln w="12700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F41CD1-9F60-4662-8B2A-BB881146A126}">
      <dsp:nvSpPr>
        <dsp:cNvPr id="0" name=""/>
        <dsp:cNvSpPr/>
      </dsp:nvSpPr>
      <dsp:spPr>
        <a:xfrm>
          <a:off x="233442" y="151756"/>
          <a:ext cx="6928570" cy="30370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06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/>
            <a:t>TCO = hébergement + sauvegardes + temps DSI/DPO + revue du modèle + interventions.</a:t>
          </a:r>
          <a:endParaRPr lang="fr-FR" sz="1400" kern="1200"/>
        </a:p>
      </dsp:txBody>
      <dsp:txXfrm>
        <a:off x="233442" y="151756"/>
        <a:ext cx="6928570" cy="303706"/>
      </dsp:txXfrm>
    </dsp:sp>
    <dsp:sp modelId="{15C0E981-8D12-4AA1-A0B1-293AD906B7D2}">
      <dsp:nvSpPr>
        <dsp:cNvPr id="0" name=""/>
        <dsp:cNvSpPr/>
      </dsp:nvSpPr>
      <dsp:spPr>
        <a:xfrm>
          <a:off x="43626" y="113792"/>
          <a:ext cx="379633" cy="3796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39106F-91C9-4518-BCCA-DEFA995020C4}">
      <dsp:nvSpPr>
        <dsp:cNvPr id="0" name=""/>
        <dsp:cNvSpPr/>
      </dsp:nvSpPr>
      <dsp:spPr>
        <a:xfrm>
          <a:off x="451069" y="607170"/>
          <a:ext cx="6710943" cy="30370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87321"/>
                <a:satOff val="-1564"/>
                <a:lumOff val="6646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87321"/>
                <a:satOff val="-1564"/>
                <a:lumOff val="6646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87321"/>
                <a:satOff val="-1564"/>
                <a:lumOff val="6646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06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/>
            <a:t>Le coût d'infrastructure seul ne mesure pas la valeur du dispositif.</a:t>
          </a:r>
          <a:endParaRPr lang="fr-FR" sz="1400" kern="1200"/>
        </a:p>
      </dsp:txBody>
      <dsp:txXfrm>
        <a:off x="451069" y="607170"/>
        <a:ext cx="6710943" cy="303706"/>
      </dsp:txXfrm>
    </dsp:sp>
    <dsp:sp modelId="{418A4665-C988-4FB0-B09B-7B77432A8A83}">
      <dsp:nvSpPr>
        <dsp:cNvPr id="0" name=""/>
        <dsp:cNvSpPr/>
      </dsp:nvSpPr>
      <dsp:spPr>
        <a:xfrm>
          <a:off x="261253" y="569206"/>
          <a:ext cx="379633" cy="3796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87321"/>
              <a:satOff val="-1564"/>
              <a:lumOff val="66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F64DB31-5F01-4F96-A043-0E08216BAED1}">
      <dsp:nvSpPr>
        <dsp:cNvPr id="0" name=""/>
        <dsp:cNvSpPr/>
      </dsp:nvSpPr>
      <dsp:spPr>
        <a:xfrm>
          <a:off x="517864" y="1062584"/>
          <a:ext cx="6644149" cy="30370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74641"/>
                <a:satOff val="-3128"/>
                <a:lumOff val="13293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74641"/>
                <a:satOff val="-3128"/>
                <a:lumOff val="13293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74641"/>
                <a:satOff val="-3128"/>
                <a:lumOff val="13293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06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/>
            <a:t>Formule pilote : étudiants utilement accompagnés × effet causal du dispositif.</a:t>
          </a:r>
          <a:endParaRPr lang="fr-FR" sz="1400" kern="1200"/>
        </a:p>
      </dsp:txBody>
      <dsp:txXfrm>
        <a:off x="517864" y="1062584"/>
        <a:ext cx="6644149" cy="303706"/>
      </dsp:txXfrm>
    </dsp:sp>
    <dsp:sp modelId="{45B172D6-55A5-4C4A-B695-AA0CB5856FA4}">
      <dsp:nvSpPr>
        <dsp:cNvPr id="0" name=""/>
        <dsp:cNvSpPr/>
      </dsp:nvSpPr>
      <dsp:spPr>
        <a:xfrm>
          <a:off x="328047" y="1024620"/>
          <a:ext cx="379633" cy="3796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174641"/>
              <a:satOff val="-3128"/>
              <a:lumOff val="1329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253E62-7264-42B0-8853-DDA31E5A2DEA}">
      <dsp:nvSpPr>
        <dsp:cNvPr id="0" name=""/>
        <dsp:cNvSpPr/>
      </dsp:nvSpPr>
      <dsp:spPr>
        <a:xfrm>
          <a:off x="451069" y="1517998"/>
          <a:ext cx="6710943" cy="30370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61962"/>
                <a:satOff val="-4692"/>
                <a:lumOff val="19939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61962"/>
                <a:satOff val="-4692"/>
                <a:lumOff val="19939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61962"/>
                <a:satOff val="-4692"/>
                <a:lumOff val="19939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06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/>
            <a:t>L'AUC mesure la discrimination du modèle, pas l'impact du tutorat.</a:t>
          </a:r>
          <a:endParaRPr lang="fr-FR" sz="1400" kern="1200"/>
        </a:p>
      </dsp:txBody>
      <dsp:txXfrm>
        <a:off x="451069" y="1517998"/>
        <a:ext cx="6710943" cy="303706"/>
      </dsp:txXfrm>
    </dsp:sp>
    <dsp:sp modelId="{DFD1A999-FCCD-4013-B982-704D4C471D9B}">
      <dsp:nvSpPr>
        <dsp:cNvPr id="0" name=""/>
        <dsp:cNvSpPr/>
      </dsp:nvSpPr>
      <dsp:spPr>
        <a:xfrm>
          <a:off x="261253" y="1480034"/>
          <a:ext cx="379633" cy="3796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61962"/>
              <a:satOff val="-4692"/>
              <a:lumOff val="1993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AF870B0-E795-4CCE-A6FA-C2B4C0FF506D}">
      <dsp:nvSpPr>
        <dsp:cNvPr id="0" name=""/>
        <dsp:cNvSpPr/>
      </dsp:nvSpPr>
      <dsp:spPr>
        <a:xfrm>
          <a:off x="233442" y="1973412"/>
          <a:ext cx="6928570" cy="303706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067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Mesure attendue : pilote progressif / A-B test, capacité des tuteurs, faux positifs.</a:t>
          </a:r>
          <a:endParaRPr lang="fr-FR" sz="1400" kern="1200" dirty="0"/>
        </a:p>
      </dsp:txBody>
      <dsp:txXfrm>
        <a:off x="233442" y="1973412"/>
        <a:ext cx="6928570" cy="303706"/>
      </dsp:txXfrm>
    </dsp:sp>
    <dsp:sp modelId="{C1D624CD-B1B6-4312-BC8D-0309D0FAC7DA}">
      <dsp:nvSpPr>
        <dsp:cNvPr id="0" name=""/>
        <dsp:cNvSpPr/>
      </dsp:nvSpPr>
      <dsp:spPr>
        <a:xfrm>
          <a:off x="43626" y="1935449"/>
          <a:ext cx="379633" cy="3796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76F55-4D7C-4E14-A643-390BEB8F8BA4}">
      <dsp:nvSpPr>
        <dsp:cNvPr id="0" name=""/>
        <dsp:cNvSpPr/>
      </dsp:nvSpPr>
      <dsp:spPr>
        <a:xfrm>
          <a:off x="-3714262" y="-570613"/>
          <a:ext cx="4427352" cy="4427352"/>
        </a:xfrm>
        <a:prstGeom prst="blockArc">
          <a:avLst>
            <a:gd name="adj1" fmla="val 18900000"/>
            <a:gd name="adj2" fmla="val 2700000"/>
            <a:gd name="adj3" fmla="val 488"/>
          </a:avLst>
        </a:prstGeom>
        <a:noFill/>
        <a:ln w="12700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F29150-FF1C-474D-A990-10F4D8538AA4}">
      <dsp:nvSpPr>
        <dsp:cNvPr id="0" name=""/>
        <dsp:cNvSpPr/>
      </dsp:nvSpPr>
      <dsp:spPr>
        <a:xfrm>
          <a:off x="266980" y="173047"/>
          <a:ext cx="6881493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/>
            <a:t>Données synthétiques → AUC élevée à revalider sur données réelles.</a:t>
          </a:r>
          <a:endParaRPr lang="fr-FR" sz="1300" kern="1200"/>
        </a:p>
      </dsp:txBody>
      <dsp:txXfrm>
        <a:off x="266980" y="173047"/>
        <a:ext cx="6881493" cy="345963"/>
      </dsp:txXfrm>
    </dsp:sp>
    <dsp:sp modelId="{7FB2D5DC-BDA6-4098-9661-B878DDA02C71}">
      <dsp:nvSpPr>
        <dsp:cNvPr id="0" name=""/>
        <dsp:cNvSpPr/>
      </dsp:nvSpPr>
      <dsp:spPr>
        <a:xfrm>
          <a:off x="50753" y="129801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2FE376C-4A00-466F-BFD6-571965E9469E}">
      <dsp:nvSpPr>
        <dsp:cNvPr id="0" name=""/>
        <dsp:cNvSpPr/>
      </dsp:nvSpPr>
      <dsp:spPr>
        <a:xfrm>
          <a:off x="551559" y="691926"/>
          <a:ext cx="6596914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69857"/>
                <a:satOff val="-1251"/>
                <a:lumOff val="5317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69857"/>
                <a:satOff val="-1251"/>
                <a:lumOff val="5317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69857"/>
                <a:satOff val="-1251"/>
                <a:lumOff val="5317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/>
            <a:t>Corrélation ≠ causalité → A/B test nécessaire avant conclusion business.</a:t>
          </a:r>
          <a:endParaRPr lang="fr-FR" sz="1300" kern="1200"/>
        </a:p>
      </dsp:txBody>
      <dsp:txXfrm>
        <a:off x="551559" y="691926"/>
        <a:ext cx="6596914" cy="345963"/>
      </dsp:txXfrm>
    </dsp:sp>
    <dsp:sp modelId="{CD4CDD14-F639-45D2-BDDF-E228E3E64152}">
      <dsp:nvSpPr>
        <dsp:cNvPr id="0" name=""/>
        <dsp:cNvSpPr/>
      </dsp:nvSpPr>
      <dsp:spPr>
        <a:xfrm>
          <a:off x="335332" y="648681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69857"/>
              <a:satOff val="-1251"/>
              <a:lumOff val="5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0D150CF-6C91-4D73-B534-A748BC33D5C6}">
      <dsp:nvSpPr>
        <dsp:cNvPr id="0" name=""/>
        <dsp:cNvSpPr/>
      </dsp:nvSpPr>
      <dsp:spPr>
        <a:xfrm>
          <a:off x="681689" y="1210805"/>
          <a:ext cx="6466784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39713"/>
                <a:satOff val="-2502"/>
                <a:lumOff val="10634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39713"/>
                <a:satOff val="-2502"/>
                <a:lumOff val="10634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39713"/>
                <a:satOff val="-2502"/>
                <a:lumOff val="10634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/>
            <a:t>Production réelle : DPO, DPIA/AIPD, RBAC DB, coffre de secrets, dashboards.</a:t>
          </a:r>
          <a:endParaRPr lang="fr-FR" sz="1300" kern="1200"/>
        </a:p>
      </dsp:txBody>
      <dsp:txXfrm>
        <a:off x="681689" y="1210805"/>
        <a:ext cx="6466784" cy="345963"/>
      </dsp:txXfrm>
    </dsp:sp>
    <dsp:sp modelId="{7A2DF211-579F-4551-A21C-94D2A2A9A431}">
      <dsp:nvSpPr>
        <dsp:cNvPr id="0" name=""/>
        <dsp:cNvSpPr/>
      </dsp:nvSpPr>
      <dsp:spPr>
        <a:xfrm>
          <a:off x="465462" y="1167560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139713"/>
              <a:satOff val="-2502"/>
              <a:lumOff val="1063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41F545E-4777-4738-8637-3018FD3F2DD6}">
      <dsp:nvSpPr>
        <dsp:cNvPr id="0" name=""/>
        <dsp:cNvSpPr/>
      </dsp:nvSpPr>
      <dsp:spPr>
        <a:xfrm>
          <a:off x="681689" y="1729356"/>
          <a:ext cx="6466784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09570"/>
                <a:satOff val="-3754"/>
                <a:lumOff val="15951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09570"/>
                <a:satOff val="-3754"/>
                <a:lumOff val="15951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09570"/>
                <a:satOff val="-3754"/>
                <a:lumOff val="15951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/>
            <a:t>Run réel : confirmer le TCO avec la DSI, brancher le canal d'alerte et tester les sauvegardes.</a:t>
          </a:r>
          <a:endParaRPr lang="fr-FR" sz="1300" kern="1200"/>
        </a:p>
      </dsp:txBody>
      <dsp:txXfrm>
        <a:off x="681689" y="1729356"/>
        <a:ext cx="6466784" cy="345963"/>
      </dsp:txXfrm>
    </dsp:sp>
    <dsp:sp modelId="{DE66AC2B-E456-4D6F-829D-48010554AD1E}">
      <dsp:nvSpPr>
        <dsp:cNvPr id="0" name=""/>
        <dsp:cNvSpPr/>
      </dsp:nvSpPr>
      <dsp:spPr>
        <a:xfrm>
          <a:off x="465462" y="1686110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09570"/>
              <a:satOff val="-3754"/>
              <a:lumOff val="159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1FA307B-1808-47C0-B2C7-DA7A6EE9EB2F}">
      <dsp:nvSpPr>
        <dsp:cNvPr id="0" name=""/>
        <dsp:cNvSpPr/>
      </dsp:nvSpPr>
      <dsp:spPr>
        <a:xfrm>
          <a:off x="551559" y="2248235"/>
          <a:ext cx="6596914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79426"/>
                <a:satOff val="-5005"/>
                <a:lumOff val="21268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79426"/>
                <a:satOff val="-5005"/>
                <a:lumOff val="21268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79426"/>
                <a:satOff val="-5005"/>
                <a:lumOff val="21268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/>
            <a:t>Éthique : surveiller l'équité en continu, documenter les recours.</a:t>
          </a:r>
          <a:endParaRPr lang="fr-FR" sz="1300" kern="1200"/>
        </a:p>
      </dsp:txBody>
      <dsp:txXfrm>
        <a:off x="551559" y="2248235"/>
        <a:ext cx="6596914" cy="345963"/>
      </dsp:txXfrm>
    </dsp:sp>
    <dsp:sp modelId="{F7937204-89EB-4785-B326-0AFEB1B0A3B5}">
      <dsp:nvSpPr>
        <dsp:cNvPr id="0" name=""/>
        <dsp:cNvSpPr/>
      </dsp:nvSpPr>
      <dsp:spPr>
        <a:xfrm>
          <a:off x="335332" y="2204989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279426"/>
              <a:satOff val="-5005"/>
              <a:lumOff val="2126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FA02FCE-E4FF-43D8-8905-F04AF2140B27}">
      <dsp:nvSpPr>
        <dsp:cNvPr id="0" name=""/>
        <dsp:cNvSpPr/>
      </dsp:nvSpPr>
      <dsp:spPr>
        <a:xfrm>
          <a:off x="266980" y="2767114"/>
          <a:ext cx="6881493" cy="345963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74608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i="0" kern="1200"/>
            <a:t>Le score priorise, il ne décide pas.</a:t>
          </a:r>
          <a:endParaRPr lang="fr-FR" sz="1300" kern="1200"/>
        </a:p>
      </dsp:txBody>
      <dsp:txXfrm>
        <a:off x="266980" y="2767114"/>
        <a:ext cx="6881493" cy="345963"/>
      </dsp:txXfrm>
    </dsp:sp>
    <dsp:sp modelId="{DCDC4DCB-FC96-4DED-A5B8-2A5D86A90C9D}">
      <dsp:nvSpPr>
        <dsp:cNvPr id="0" name=""/>
        <dsp:cNvSpPr/>
      </dsp:nvSpPr>
      <dsp:spPr>
        <a:xfrm>
          <a:off x="50753" y="2723869"/>
          <a:ext cx="432454" cy="4324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95EC0-D274-482B-BE9E-EE01492D31FC}">
      <dsp:nvSpPr>
        <dsp:cNvPr id="0" name=""/>
        <dsp:cNvSpPr/>
      </dsp:nvSpPr>
      <dsp:spPr>
        <a:xfrm>
          <a:off x="228613" y="0"/>
          <a:ext cx="10591773" cy="408089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6E1D60A-95D8-4355-8407-2F3B5CC8AA33}">
      <dsp:nvSpPr>
        <dsp:cNvPr id="0" name=""/>
        <dsp:cNvSpPr/>
      </dsp:nvSpPr>
      <dsp:spPr>
        <a:xfrm>
          <a:off x="1366744" y="3034552"/>
          <a:ext cx="150176" cy="150176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D10D6BB-EE22-4D49-896B-571C9CBB34F5}">
      <dsp:nvSpPr>
        <dsp:cNvPr id="0" name=""/>
        <dsp:cNvSpPr/>
      </dsp:nvSpPr>
      <dsp:spPr>
        <a:xfrm>
          <a:off x="1441832" y="3109638"/>
          <a:ext cx="855354" cy="971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576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0" kern="1200" dirty="0"/>
            <a:t>Rigueur </a:t>
          </a:r>
          <a:r>
            <a:rPr lang="fr-FR" sz="1100" b="0" i="0" kern="1200" dirty="0" err="1"/>
            <a:t>anti-fuite</a:t>
          </a:r>
          <a:r>
            <a:rPr lang="fr-FR" sz="1100" b="0" i="0" kern="1200" dirty="0"/>
            <a:t> (3 pièges neutralisés + garde-fou).</a:t>
          </a:r>
          <a:endParaRPr lang="fr-FR" sz="1100" kern="1200" dirty="0"/>
        </a:p>
      </dsp:txBody>
      <dsp:txXfrm>
        <a:off x="1441832" y="3109638"/>
        <a:ext cx="855354" cy="971252"/>
      </dsp:txXfrm>
    </dsp:sp>
    <dsp:sp modelId="{67EE412B-C10D-4063-92C1-62E606E6128E}">
      <dsp:nvSpPr>
        <dsp:cNvPr id="0" name=""/>
        <dsp:cNvSpPr/>
      </dsp:nvSpPr>
      <dsp:spPr>
        <a:xfrm>
          <a:off x="2847168" y="2253468"/>
          <a:ext cx="235059" cy="235059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87321"/>
                <a:satOff val="-1564"/>
                <a:lumOff val="6646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87321"/>
                <a:satOff val="-1564"/>
                <a:lumOff val="6646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87321"/>
                <a:satOff val="-1564"/>
                <a:lumOff val="6646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ACB78D-CE2F-4089-BFBF-9A1299F26083}">
      <dsp:nvSpPr>
        <dsp:cNvPr id="0" name=""/>
        <dsp:cNvSpPr/>
      </dsp:nvSpPr>
      <dsp:spPr>
        <a:xfrm>
          <a:off x="2964699" y="2370997"/>
          <a:ext cx="1083884" cy="1709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553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0" kern="1200" dirty="0"/>
            <a:t>Modèle explicable performant (AUC 0,95, rappel 95,9 %).</a:t>
          </a:r>
          <a:endParaRPr lang="fr-FR" sz="1100" kern="1200" dirty="0"/>
        </a:p>
      </dsp:txBody>
      <dsp:txXfrm>
        <a:off x="2964699" y="2370997"/>
        <a:ext cx="1083884" cy="1709893"/>
      </dsp:txXfrm>
    </dsp:sp>
    <dsp:sp modelId="{62EF9AED-E4FD-44A9-8903-EBE217C7BEC0}">
      <dsp:nvSpPr>
        <dsp:cNvPr id="0" name=""/>
        <dsp:cNvSpPr/>
      </dsp:nvSpPr>
      <dsp:spPr>
        <a:xfrm>
          <a:off x="4760557" y="1630724"/>
          <a:ext cx="313412" cy="313412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174641"/>
                <a:satOff val="-3128"/>
                <a:lumOff val="13293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174641"/>
                <a:satOff val="-3128"/>
                <a:lumOff val="13293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174641"/>
                <a:satOff val="-3128"/>
                <a:lumOff val="13293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DDA1BED-A5FB-49E8-8832-FBB52C77CDF2}">
      <dsp:nvSpPr>
        <dsp:cNvPr id="0" name=""/>
        <dsp:cNvSpPr/>
      </dsp:nvSpPr>
      <dsp:spPr>
        <a:xfrm>
          <a:off x="4917263" y="1787430"/>
          <a:ext cx="1260179" cy="22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71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0" kern="1200"/>
            <a:t>Seuil calibré sur le coût métier.</a:t>
          </a:r>
          <a:endParaRPr lang="fr-FR" sz="1100" kern="1200"/>
        </a:p>
      </dsp:txBody>
      <dsp:txXfrm>
        <a:off x="4917263" y="1787430"/>
        <a:ext cx="1260179" cy="2293460"/>
      </dsp:txXfrm>
    </dsp:sp>
    <dsp:sp modelId="{DB2349FC-0DDC-4A09-802C-CA4DDA5C22C1}">
      <dsp:nvSpPr>
        <dsp:cNvPr id="0" name=""/>
        <dsp:cNvSpPr/>
      </dsp:nvSpPr>
      <dsp:spPr>
        <a:xfrm>
          <a:off x="6962583" y="1144281"/>
          <a:ext cx="404824" cy="404824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261962"/>
                <a:satOff val="-4692"/>
                <a:lumOff val="19939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261962"/>
                <a:satOff val="-4692"/>
                <a:lumOff val="19939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261962"/>
                <a:satOff val="-4692"/>
                <a:lumOff val="19939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A8149AE-7084-4AEE-A9A3-83C2E6B2CE36}">
      <dsp:nvSpPr>
        <dsp:cNvPr id="0" name=""/>
        <dsp:cNvSpPr/>
      </dsp:nvSpPr>
      <dsp:spPr>
        <a:xfrm>
          <a:off x="7164992" y="1346694"/>
          <a:ext cx="1305885" cy="2734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4508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0" kern="1200" dirty="0"/>
            <a:t>Prototype Run vérifiable : HTTPS, métriques, alertes, </a:t>
          </a:r>
          <a:r>
            <a:rPr lang="fr-FR" sz="1100" b="0" i="0" kern="1200" dirty="0" err="1"/>
            <a:t>heartbeat</a:t>
          </a:r>
          <a:r>
            <a:rPr lang="fr-FR" sz="1100" b="0" i="0" kern="1200" dirty="0"/>
            <a:t>, promotion humaine et rollback.</a:t>
          </a:r>
          <a:endParaRPr lang="fr-FR" sz="1100" kern="1200" dirty="0"/>
        </a:p>
      </dsp:txBody>
      <dsp:txXfrm>
        <a:off x="7164992" y="1346694"/>
        <a:ext cx="1305885" cy="2734196"/>
      </dsp:txXfrm>
    </dsp:sp>
    <dsp:sp modelId="{0F9FA08A-9F2F-4AD3-A1F2-7349CCA5C536}">
      <dsp:nvSpPr>
        <dsp:cNvPr id="0" name=""/>
        <dsp:cNvSpPr/>
      </dsp:nvSpPr>
      <dsp:spPr>
        <a:xfrm>
          <a:off x="8816471" y="819442"/>
          <a:ext cx="515824" cy="515824"/>
        </a:xfrm>
        <a:prstGeom prst="ellipse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tint val="94000"/>
                <a:lumMod val="102000"/>
                <a:satMod val="103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hade val="100000"/>
                <a:lumMod val="100000"/>
                <a:satMod val="11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shade val="78000"/>
                <a:lumMod val="99000"/>
                <a:satMod val="12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14CC5D5-8BC8-4A5A-AEA8-F8C42AC2B941}">
      <dsp:nvSpPr>
        <dsp:cNvPr id="0" name=""/>
        <dsp:cNvSpPr/>
      </dsp:nvSpPr>
      <dsp:spPr>
        <a:xfrm>
          <a:off x="9074378" y="1077355"/>
          <a:ext cx="1305885" cy="3003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3325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0" kern="1200" dirty="0"/>
            <a:t>RGPD documenté et implémenté dès la persistance.</a:t>
          </a:r>
          <a:endParaRPr lang="fr-FR" sz="1100" kern="1200" dirty="0"/>
        </a:p>
      </dsp:txBody>
      <dsp:txXfrm>
        <a:off x="9074378" y="1077355"/>
        <a:ext cx="1305885" cy="30035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1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2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2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3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3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4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4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5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5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Se présenter, annoncer le sujet en une phrase :</a:t>
            </a:r>
          </a:p>
          <a:p>
            <a:r>
              <a:t>« Je vous présente une solution d'IA qui détecte, dès le milieu du premier</a:t>
            </a:r>
          </a:p>
          <a:p>
            <a:r>
              <a:t>semestre, les étudiants de L1 en risque de décrochage, pour prioriser</a:t>
            </a:r>
          </a:p>
          <a:p>
            <a:r>
              <a:t>l'accompagnement — de façon explicable et conforme au RGPD. »</a:t>
            </a:r>
          </a:p>
          <a:p>
            <a:r>
              <a:t>Annoncer la durée et qu'on prendra les questions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Donner la carte. Insister : « le fil rouge de ma démarche, c'est la</a:t>
            </a:r>
          </a:p>
          <a:p>
            <a:r>
              <a:t>RIGUEUR anti-fuite et l'EXPLICABILITÉ, parce que ce sont des données</a:t>
            </a:r>
          </a:p>
          <a:p>
            <a:r>
              <a:t>étudiantes sensibles. » Ne pas lire les 8 points un à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Poser la méthode avant les résultats : le jury évalue le raisonnement</a:t>
            </a:r>
          </a:p>
          <a:p>
            <a:r>
              <a:t>autant que le résultat. Message : « je ne présente pas un modèle qui marche,</a:t>
            </a:r>
          </a:p>
          <a:p>
            <a:r>
              <a:t>je présente une suite de décisions que je peux toutes justifier — et je les ai</a:t>
            </a:r>
          </a:p>
          <a:p>
            <a:r>
              <a:t>écrites au fur et à mesure, pas reconstruites après coup. »</a:t>
            </a:r>
          </a:p>
          <a:p>
            <a:r>
              <a:t>Ne pas détailler les 10 jours : citer seulement le déclencheur du jour 1</a:t>
            </a:r>
          </a:p>
          <a:p>
            <a:r>
              <a:t>(l'AUC anormalement haute) qui a donné le fil rouge de tout le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Raconter le problème comme une histoire, pas comme une fiche.</a:t>
            </a:r>
          </a:p>
          <a:p>
            <a:r>
              <a:t>Le point clé à faire passer : la contrainte « MI-S1 » conditionne tout</a:t>
            </a:r>
          </a:p>
          <a:p>
            <a:r>
              <a:t>(elle interdit certaines variables — j'y reviens au slide des pièges).</a:t>
            </a:r>
          </a:p>
          <a:p>
            <a:r>
              <a:t>« Le modèle n'est qu'une aide à la décision : l'humain garde la main.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Justifier pourquoi c'est de la CLASSIFICATION (décision oui/non</a:t>
            </a:r>
          </a:p>
          <a:p>
            <a:r>
              <a:t>d'accompagner) et pas juste de la régression. La régression est un COMPLÉMENT</a:t>
            </a:r>
          </a:p>
          <a:p>
            <a:r>
              <a:t>pour calibrer l'intensité. Question jury probable : « pourquoi pas prédire</a:t>
            </a:r>
          </a:p>
          <a:p>
            <a:r>
              <a:t>seulement la note ? » → parce que la décision métier est binaire.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[2:30] SLIDE LA PLUS IMPORTANTE. Prendre le temps.</a:t>
            </a:r>
          </a:p>
          <a:p>
            <a:r>
              <a:t>- Fuite de données : moyenne_finale est un résultat de FIN de semestre,</a:t>
            </a:r>
          </a:p>
          <a:p>
            <a:r>
              <a:t>  corrélé au décrochage → l'utiliser = tricher.</a:t>
            </a:r>
          </a:p>
          <a:p>
            <a:r>
              <a:t>- Fuite temporelle : les résultats consolidés de fin de S1 ne sont PAS</a:t>
            </a:r>
          </a:p>
          <a:p>
            <a:r>
              <a:t>  disponibles à mi-S1 → performance flatteuse mais modèle inutilisable.</a:t>
            </a:r>
          </a:p>
          <a:p>
            <a:r>
              <a:t>- Leurres : je ne me contente pas de les retirer, je PROUVE (EDA) qu'ils</a:t>
            </a:r>
          </a:p>
          <a:p>
            <a:r>
              <a:t>  n'ont pas de signal.</a:t>
            </a:r>
          </a:p>
          <a:p>
            <a:r>
              <a:t>Conclure : « et pour ne jamais me tromper, j'ai un garde-fou qui plante si une</a:t>
            </a:r>
          </a:p>
          <a:p>
            <a:r>
              <a:t>colonne interdite entre dans le modèle.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[1:30] Montrer une vraie conscience éthique — c'est très regardé (C2 a un</a:t>
            </a:r>
          </a:p>
          <a:p>
            <a:r>
              <a:t>questionnaire séparé). Question piège classique : « en retirant le sexe, votre</a:t>
            </a:r>
          </a:p>
          <a:p>
            <a:r>
              <a:t>modèle est-il non-discriminant ? » → NON, des proxys corrélés peuvent réintroduire</a:t>
            </a:r>
          </a:p>
          <a:p>
            <a:r>
              <a:t>un biais → d'où l'audit d'équité que je montre plus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Insister sur 3 idées défendables :</a:t>
            </a:r>
          </a:p>
          <a:p>
            <a:r>
              <a:t>1. Le nettoyage est dans un MODULE → rejoué à l'identique en production.</a:t>
            </a:r>
          </a:p>
          <a:p>
            <a:r>
              <a:t>2. Silver pseudonymise, Gold sert réellement à entraîner/scorer.</a:t>
            </a:r>
          </a:p>
          <a:p>
            <a:r>
              <a:t>3. On impute DANS la pipeline (pas avant le split) sinon fuite du test.</a:t>
            </a:r>
          </a:p>
          <a:p>
            <a:r>
              <a:t>Montrer 1-2 exemples concrets de valeurs sales (« 14.4 km 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Montrer le graphe des densités par classe (présence, LMS, rendus...).</a:t>
            </a:r>
          </a:p>
          <a:p>
            <a:r>
              <a:t>« On voit visuellement que les signaux d'engagement séparent bien les deux</a:t>
            </a:r>
          </a:p>
          <a:p>
            <a:r>
              <a:t>groupes. » Puis mentionner le graphe des leurres (eda_leurres.png) : « et voici</a:t>
            </a:r>
          </a:p>
          <a:p>
            <a:r>
              <a:t>la preuve que les leurres n'apportent rien. » Tu peux mettre eda_leurres.png en</a:t>
            </a:r>
          </a:p>
          <a:p>
            <a:r>
              <a:t>2e image si la place le 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Justifier AUC (insensible au seuil et au déséquilibre, contrairement à</a:t>
            </a:r>
          </a:p>
          <a:p>
            <a:r>
              <a:t>l'accuracy). Montrer les courbes ROC superposées. Le message : « à performance</a:t>
            </a:r>
          </a:p>
          <a:p>
            <a:r>
              <a:t>égale, je choisis le modèle le plus EXPLICABLE et le plus SOBRE — c'est ce</a:t>
            </a:r>
          </a:p>
          <a:p>
            <a:r>
              <a:t>qu'exige le contexte. » Question probable : « pourquoi pas XGBoost ? » → pas de</a:t>
            </a:r>
          </a:p>
          <a:p>
            <a:r>
              <a:t>gain d'AUC ici, et moins explicable.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[0:45] Point souvent survolé : je l'ai MESURÉ au lieu de l'affirmer.</a:t>
            </a:r>
          </a:p>
          <a:p>
            <a:r>
              <a:t>Message : le boosting coûte un ordre de grandeur de plus pour zéro gain — le coût par</a:t>
            </a:r>
          </a:p>
          <a:p>
            <a:r>
              <a:t>point d'AUC est infini, l'arbitrage est tranché par les chiffres et non par une</a:t>
            </a:r>
          </a:p>
          <a:p>
            <a:r>
              <a:t>préférence personnelle.</a:t>
            </a:r>
          </a:p>
          <a:p>
            <a:r>
              <a:t>Limite à assumer si on questionne : sous Windows la mesure CPU est approximative,</a:t>
            </a:r>
          </a:p>
          <a:p>
            <a:r>
              <a:t>elle sert à comparer les modèles entre eux, pas à publier une empreinte absolue.</a:t>
            </a:r>
          </a:p>
          <a:p>
            <a:r>
              <a:t>Enchaîner tout de suite sur les leviers : quelques centièmes de Wh, ce n'est pas là</a:t>
            </a:r>
          </a:p>
          <a:p>
            <a:r>
              <a:t>que ça se joue. Chiffres exacts du dernier run dans le notebook §8.3 si on les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[0:45] LE message de la séquence éco-conception : le levier le plus fort n'est pas</a:t>
            </a:r>
          </a:p>
          <a:p>
            <a:r>
              <a:t>l'algorithme mais le fait de NE PAS RECALCULER ce qui n'a pas besoin de l'être.</a:t>
            </a:r>
          </a:p>
          <a:p>
            <a:r>
              <a:t>Mensuel → annuel = 11 entraînements complets économisés ; changer d'algorithme</a:t>
            </a:r>
          </a:p>
          <a:p>
            <a:r>
              <a:t>économise un facteur 12 sur quelques secondes. Ce n'est pas le même ordre.</a:t>
            </a:r>
          </a:p>
          <a:p>
            <a:r>
              <a:t>Si le jury enchaîne sur le RGPD : les leviers 4 et 6 réduisent à la fois</a:t>
            </a:r>
          </a:p>
          <a:p>
            <a:r>
              <a:t>l'empreinte et la surface de données personnelles.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Rassurer sur la robustesse : le fait que l'AUC en validation croisée</a:t>
            </a:r>
          </a:p>
          <a:p>
            <a:r>
              <a:t>égale l'AUC sur le test hold-out prouve qu'on ne surapprend pas. Expliquer</a:t>
            </a:r>
          </a:p>
          <a:p>
            <a:r>
              <a:t>pourquoi pondération plutôt que SMOTE : préserve la calibration des probabilités.</a:t>
            </a:r>
          </a:p>
          <a:p>
            <a:r>
              <a:t>Point important : le test final n'a pas servi à choisir le seuil.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[1:30] C'est un slide qui impressionne : montrer qu'on ne prend pas 0,5 par</a:t>
            </a:r>
          </a:p>
          <a:p>
            <a:r>
              <a:t>défaut mais qu'on OPTIMISE un coût métier sur validation. Assumer que le ratio 5:1 est une</a:t>
            </a:r>
          </a:p>
          <a:p>
            <a:r>
              <a:t>hypothèse à valider avec la direction. Lien direct avec l'objectif : ne pas</a:t>
            </a:r>
          </a:p>
          <a:p>
            <a:r>
              <a:t>laisser des étudiants décrocher.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Lire la matrice de confusion : « au seuil retenu, je détecte 96 % des</a:t>
            </a:r>
          </a:p>
          <a:p>
            <a:r>
              <a:t>futurs décrocheurs. » Assumer la précision plus basse (64 %) : c'est un choix —</a:t>
            </a:r>
          </a:p>
          <a:p>
            <a:r>
              <a:t>mieux vaut quelques accompagnements en trop qu'un décrocheur raté. Coût d'un FN</a:t>
            </a:r>
          </a:p>
          <a:p>
            <a:r>
              <a:t>&gt;&gt; coût d'un FP.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Deux messages : (1) le modèle n'est pas une boîte noire — SHAP et</a:t>
            </a:r>
          </a:p>
          <a:p>
            <a:r>
              <a:t>l'importance des variables montrent des facteurs sur lesquels on peut AGIR</a:t>
            </a:r>
          </a:p>
          <a:p>
            <a:r>
              <a:t>(relance, tutorat). (2) J'ai vérifié l'équité entre sous-groupes sensibles :</a:t>
            </a:r>
          </a:p>
          <a:p>
            <a:r>
              <a:t>pas d'écart marqué. Tu peux aussi montrer importance_permutation.png.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Court. Montrer que la régression est utile pour NUANCER (soutien léger vs</a:t>
            </a:r>
          </a:p>
          <a:p>
            <a:r>
              <a:t>renforcé), sans prétendre prédire une note exacte. Rappeler qu'on ne s'en sert</a:t>
            </a:r>
          </a:p>
          <a:p>
            <a:r>
              <a:t>JAMAIS pour prédire abandon.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Montrer qu'on va « du notebook au service puis au Run » : le notebook</a:t>
            </a:r>
          </a:p>
          <a:p>
            <a:r>
              <a:t>explique, le package exécute, et le registre permet de maîtriser les versions.</a:t>
            </a:r>
          </a:p>
          <a:p>
            <a:r>
              <a:t>Mentionner train, predict, drift-report, model-register/promote/rollback.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Faire le lien avec les exigences RGPD (C2/C7) : Bronze reste brut parce que c'est la</a:t>
            </a:r>
          </a:p>
          <a:p>
            <a:r>
              <a:t>zone de preuve et de reprise, mais elle est restreinte. Silver pseudonymise.</a:t>
            </a:r>
          </a:p>
          <a:p>
            <a:r>
              <a:t>Gold est la seule source de modélisation et de scoring. Mentionner la commande :</a:t>
            </a:r>
          </a:p>
          <a:p>
            <a:r>
              <a:t>decrochage medallion-load.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Présenter le principe d'architecture : dimensionner pour le besoin réel.</a:t>
            </a:r>
          </a:p>
          <a:p>
            <a:r>
              <a:t>Le trafic est faible et rejouable : Kubernetes n'apporte rien aujourd'hui.</a:t>
            </a:r>
          </a:p>
          <a:p>
            <a:r>
              <a:t>Les montants sont des ordres de grandeur à confirmer par la DSI, pas des devis.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Dans ce contexte, un réentraînement mensuel</a:t>
            </a:r>
          </a:p>
          <a:p>
            <a:r>
              <a:t>n'a pas de sens car la vérité terrain arrive après la cohorte. Le déclencheur</a:t>
            </a:r>
          </a:p>
          <a:p>
            <a:r>
              <a:t>drift ouvre une investigation ; il n'autorise un entraînement que si les labels</a:t>
            </a:r>
          </a:p>
          <a:p>
            <a:r>
              <a:t>frais existent. Le candidat du notebook passe le gate technique (écart F/M et</a:t>
            </a:r>
          </a:p>
          <a:p>
            <a:r>
              <a:t>boursier = 1,9 pt) mais reste « en attente » sans approbation humaine.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[0:45] Expliquer le dead-man's switch : un job qui ne démarre plus n'émet</a:t>
            </a:r>
          </a:p>
          <a:p>
            <a:r>
              <a:t>aucune erreur. Il doit donc envoyer un « je suis passé » ; l'absence du signal</a:t>
            </a:r>
          </a:p>
          <a:p>
            <a:r>
              <a:t>déclenche l'alerte. L'astreinte 24/7 permanente serait disproportionnée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[2:00] BLOC DE 6 CAPTURES — les faire défiler d'un trait, sans commenter chacune.</a:t>
            </a:r>
          </a:p>
          <a:p>
            <a:r>
              <a:t>Un seul message : « ces preuves ne peuvent pas sortir d'un notebook, ce sont des</a:t>
            </a:r>
          </a:p>
          <a:p>
            <a:r>
              <a:t>processus réseau, vérifiés dans la stack Docker avec Playwright. »</a:t>
            </a:r>
          </a:p>
          <a:p>
            <a:r>
              <a:t>Ne détailler (Prometheus UP, 2 règles Grafana, rollback MLflow, log JSON borné)</a:t>
            </a:r>
          </a:p>
          <a:p>
            <a:r>
              <a:t>que si le jury pose la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notebook prouve la démarche analytique ; ces captures prouvent l'exploitation</a:t>
            </a:r>
          </a:p>
          <a:p>
            <a:r>
              <a:t>réelle : HTTPS, collecte périodique, dashboard et évaluation continue des alertes.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Montrer l'interface MLflow : deux runs, paramètres, métriques et artefacts.</a:t>
            </a:r>
          </a:p>
          <a:p>
            <a:r>
              <a:t>Puis montrer le registre : la version 1 est revenue en production après rollback.</a:t>
            </a:r>
          </a:p>
          <a:p>
            <a:r>
              <a:t>Conclure avec le log JSON corrélé et la rétention locale bornée.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Adapter le ROI industriel au contexte éducatif. On ne dispose pas d'un</a:t>
            </a:r>
          </a:p>
          <a:p>
            <a:r>
              <a:t>coût officiel du décrochage ni de l'uplift causal de l'accompagnement. La bonne</a:t>
            </a:r>
          </a:p>
          <a:p>
            <a:r>
              <a:t>réponse est de proposer la méthode de mesure, pas de fabriquer un chiffre.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[1:30] LE slide qui répond à « le raisonnement compte autant que le résultat ».</a:t>
            </a:r>
          </a:p>
          <a:p>
            <a:r>
              <a:t>Ne pas tout lire : en développer 2 ou 3 (la fuite temporelle, le seuil, le</a:t>
            </a:r>
          </a:p>
          <a:p>
            <a:r>
              <a:t>réentraînement mensuel) et laisser le tableau parler pour le reste.</a:t>
            </a:r>
          </a:p>
          <a:p>
            <a:r>
              <a:t>Message : « à chaque fois, le réflexe courant aurait donné un chiffre plus</a:t>
            </a:r>
          </a:p>
          <a:p>
            <a:r>
              <a:t>flatteur ou une archi plus impressionnante — et un dispositif moins valide.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Montrer de la lucidité — le jury valorise un candidat qui connaît les</a:t>
            </a:r>
          </a:p>
          <a:p>
            <a:r>
              <a:t>limites de son travail. NE PAS survendre. « Ce que j'ai construit est une</a:t>
            </a:r>
          </a:p>
          <a:p>
            <a:r>
              <a:t>démarche solide et reproductible ; sa validité en production reste à confirmer</a:t>
            </a:r>
          </a:p>
          <a:p>
            <a:r>
              <a:t>sur données réelles.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[1:00] Résumer en 30 s les 5 messages. Terminer par la valeur métier : « une</a:t>
            </a:r>
          </a:p>
          <a:p>
            <a:r>
              <a:t>aide concrète pour accompagner à temps les étudiants à risque. » Enchaîner sur</a:t>
            </a:r>
          </a:p>
          <a:p>
            <a:r>
              <a:t>les questions avec 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haeLab34/exame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ichaeLab34/examen" TargetMode="External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C8656-C415-43BF-A5B5-45ED818F6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2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7896767-D45F-410C-B563-01F4AF92E985}"/>
              </a:ext>
            </a:extLst>
          </p:cNvPr>
          <p:cNvSpPr>
            <a:spLocks noGrp="1"/>
          </p:cNvSpPr>
          <p:nvPr/>
        </p:nvSpPr>
        <p:spPr>
          <a:xfrm>
            <a:off x="9477375" y="714375"/>
            <a:ext cx="2000250" cy="2000250"/>
          </a:xfrm>
          <a:prstGeom prst="ellipse">
            <a:avLst/>
          </a:prstGeom>
          <a:solidFill>
            <a:srgbClr val="14527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98863DC-AE56-4001-AEB4-9D1BED1EF6DA}"/>
              </a:ext>
            </a:extLst>
          </p:cNvPr>
          <p:cNvSpPr>
            <a:spLocks noGrp="1"/>
          </p:cNvSpPr>
          <p:nvPr/>
        </p:nvSpPr>
        <p:spPr>
          <a:xfrm>
            <a:off x="10810875" y="2143125"/>
            <a:ext cx="666750" cy="666750"/>
          </a:xfrm>
          <a:prstGeom prst="ellipse">
            <a:avLst/>
          </a:prstGeom>
          <a:solidFill>
            <a:srgbClr val="7F7A4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E11792-3786-4A12-8355-97DB7014EE57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 i="0">
                <a:solidFill>
                  <a:srgbClr val="35C4F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35C4F0"/>
                </a:solidFill>
                <a:latin typeface="Aptos"/>
                <a:ea typeface="Aptos"/>
                <a:cs typeface="Aptos"/>
              </a:rPr>
              <a:t>SOUTENANCE · CERTIFICATION 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E534CA-DE1E-46A7-9E04-BCC7ADB3D1BE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685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13"/>
          </a:bodyPr>
          <a:lstStyle/>
          <a:p>
            <a:pPr algn="l">
              <a:lnSpc>
                <a:spcPct val="95000"/>
              </a:lnSpc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Détection précoce du décrochage</a:t>
            </a:r>
          </a:p>
          <a:p>
            <a:pPr algn="l">
              <a:lnSpc>
                <a:spcPct val="95000"/>
              </a:lnSpc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étudiant en L1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C1C005-5C7C-4B3A-A13A-88F5EE3DA03D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742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Concevoir et implémenter une solution d'IA — soutenance de</a:t>
            </a:r>
          </a:p>
          <a:p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certification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EB03E4-0050-4D06-94A6-E888EC48E041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571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Staudt Michael · 28/07/2026 · v1.6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68DFD0-2326-40BD-974B-0AAD2DDFF403}"/>
              </a:ext>
            </a:extLst>
          </p:cNvPr>
          <p:cNvSpPr>
            <a:spLocks noGrp="1"/>
          </p:cNvSpPr>
          <p:nvPr/>
        </p:nvSpPr>
        <p:spPr>
          <a:xfrm>
            <a:off x="762000" y="4733925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3.13 · scikit-learn · FastAPI · Postgres · MLflow · Prometheus/Grafana · C1→C9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359B0-EEBD-4B6E-821E-515F97DFE45C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📦 Code, tests et documentation : </a:t>
            </a:r>
            <a:r>
              <a:rPr sz="1275" b="0" i="0" u="sng" dirty="0">
                <a:solidFill>
                  <a:srgbClr val="FFFFFF"/>
                </a:solidFill>
                <a:latin typeface="Aptos"/>
                <a:ea typeface="Aptos"/>
                <a:cs typeface="Aptos"/>
                <a:hlinkClick r:id="rId3"/>
              </a:rPr>
              <a:t>github.com/MichaeLab34/examen</a:t>
            </a:r>
          </a:p>
        </p:txBody>
      </p:sp>
    </p:spTree>
    <p:extLst>
      <p:ext uri="{BB962C8B-B14F-4D97-AF65-F5344CB8AC3E}">
        <p14:creationId xmlns:p14="http://schemas.microsoft.com/office/powerpoint/2010/main" val="307290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E29D059-5D13-4CAF-90B5-D032E17A88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BED3E-3BF6-4A4E-A14F-7FEBB1DD9E62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AE2CF-0841-40EB-ABEB-D3BE1AA0216F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5C23D-D9E5-4057-BB2A-4A3046BBFB64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">
            <a:extLst>
              <a:ext uri="{FF2B5EF4-FFF2-40B4-BE49-F238E27FC236}">
                <a16:creationId xmlns:a16="http://schemas.microsoft.com/office/drawing/2014/main" id="{FD2815FA-240A-4064-8549-A00B78519777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Fil conducteur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C1FDF-F5BE-4162-994C-894717305DA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">
            <a:extLst>
              <a:ext uri="{FF2B5EF4-FFF2-40B4-BE49-F238E27FC236}">
                <a16:creationId xmlns:a16="http://schemas.microsoft.com/office/drawing/2014/main" id="{82E99E16-5C51-47CC-B059-9A5048674734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7AF277-1DC8-4DFE-809D-17092701D0DC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1. Problème &amp; cadrage métier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807A1-02F9-44FF-B468-C0941277F454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2. Données et les 3 pièges à éviter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09DC24-1215-407D-8A7A-C0AA3184BD35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3. Éthique &amp; RGPD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681E-4B8E-42F0-A434-58714D7CE046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4. Préparation &amp; anti-fuite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11D5A6-F33C-4775-82D2-5E35E8F2FEE1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5. Modèle : choix, coût de calcul, entraînement, seuil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A48C41-72DF-46A9-8710-BBDE9D1D7577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6. Résultats &amp; explicabilité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11812-6CC4-4DB4-8CAE-2641327E0B9D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7. Industrialisation &amp; Run : API, Docker, registre, alertes, rollback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8B01FB-D3A0-4086-9062-E3E59251C8D7}"/>
              </a:ext>
            </a:extLst>
          </p:cNvPr>
          <p:cNvSpPr>
            <a:spLocks noGrp="1"/>
          </p:cNvSpPr>
          <p:nvPr/>
        </p:nvSpPr>
        <p:spPr>
          <a:xfrm>
            <a:off x="590550" y="47625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8. Limites &amp; recommandations</a:t>
            </a:r>
          </a:p>
        </p:txBody>
      </p:sp>
    </p:spTree>
    <p:extLst>
      <p:ext uri="{BB962C8B-B14F-4D97-AF65-F5344CB8AC3E}">
        <p14:creationId xmlns:p14="http://schemas.microsoft.com/office/powerpoint/2010/main" val="186990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CC4B6F6-572A-4437-8DBB-42C264F8FB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07EE74-777E-4112-8867-8B3647AC662C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AE611-B831-4020-A20A-4E4F3EFD4958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962D67-E84E-4CBA-A263-BA62DA807412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3">
            <a:extLst>
              <a:ext uri="{FF2B5EF4-FFF2-40B4-BE49-F238E27FC236}">
                <a16:creationId xmlns:a16="http://schemas.microsoft.com/office/drawing/2014/main" id="{907A5D76-4514-4A3E-A845-67833BD67674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Ma démarche — et sa trace écrite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A32F0D-A563-40EB-AC63-822DCE77246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3">
            <a:extLst>
              <a:ext uri="{FF2B5EF4-FFF2-40B4-BE49-F238E27FC236}">
                <a16:creationId xmlns:a16="http://schemas.microsoft.com/office/drawing/2014/main" id="{356B2D50-7B2A-49DE-9A2C-55BC7B6C4D8E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DCDC96-3E2C-4047-B0D5-385EC1BEFAF7}"/>
              </a:ext>
            </a:extLst>
          </p:cNvPr>
          <p:cNvSpPr>
            <a:spLocks noGrp="1"/>
          </p:cNvSpPr>
          <p:nvPr/>
        </p:nvSpPr>
        <p:spPr>
          <a:xfrm>
            <a:off x="523875" y="1219200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11 journées documentées + un bilan final → notebooks/journal_de_bord.ipynb.</a:t>
            </a:r>
          </a:p>
        </p:txBody>
      </p:sp>
      <p:graphicFrame>
        <p:nvGraphicFramePr>
          <p:cNvPr id="23" name="Tableau 22"/>
          <p:cNvGraphicFramePr/>
          <p:nvPr/>
        </p:nvGraphicFramePr>
        <p:xfrm>
          <a:off x="523875" y="1676400"/>
          <a:ext cx="11144250" cy="31051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Jours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Décision structurante de la période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1-3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 &gt; 0,95 au premier essai → deux fuites identifiées → </a:t>
                      </a:r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périmètre verrouillé dans le code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4-6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Nettoyage en module · imputation </a:t>
                      </a:r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dans</a:t>
                      </a:r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la Pipeline · </a:t>
                      </a:r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seuil choisi par coût métier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7-9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Package unique · médaillon + pseudonymisation · architecture · </a:t>
                      </a:r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Run vérifié dans Docker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10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Relecture à froid → </a:t>
                      </a:r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mesurer</a:t>
                      </a:r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le coût de calcul au lieu de l'affirmer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11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Relecture croisée notebook / journal / support / slides, chiffre par chiffre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Bilan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Ce que je referais à l'identique, ce qui reste à creuser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D4F80A-E467-4C7B-B998-EA6106B569C6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144250" cy="552450"/>
          </a:xfrm>
          <a:prstGeom prst="roundRect">
            <a:avLst>
              <a:gd name="adj" fmla="val 12069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F56C26-53A6-4486-8346-A0F54BD4C275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47625" cy="5524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64291F-AA3D-45A6-8275-C79DB7CE138B}"/>
              </a:ext>
            </a:extLst>
          </p:cNvPr>
          <p:cNvSpPr>
            <a:spLocks noGrp="1"/>
          </p:cNvSpPr>
          <p:nvPr/>
        </p:nvSpPr>
        <p:spPr>
          <a:xfrm>
            <a:off x="695325" y="5457825"/>
            <a:ext cx="10839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Chaque grande étape du notebook se termine par un encadré JdB : la décision et sa justification, écrites au moment où je les prends.</a:t>
            </a:r>
          </a:p>
        </p:txBody>
      </p:sp>
    </p:spTree>
    <p:extLst>
      <p:ext uri="{BB962C8B-B14F-4D97-AF65-F5344CB8AC3E}">
        <p14:creationId xmlns:p14="http://schemas.microsoft.com/office/powerpoint/2010/main" val="16339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665A0CA-9955-4FF8-A859-601FA89FA4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A9DCC1-3393-48A8-B8C4-D5ED46154A74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9B1081-7D44-4E4B-813F-F717AEC711D2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DC7FC4-1C6F-4727-B3F1-03CEAB9C97EF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4">
            <a:extLst>
              <a:ext uri="{FF2B5EF4-FFF2-40B4-BE49-F238E27FC236}">
                <a16:creationId xmlns:a16="http://schemas.microsoft.com/office/drawing/2014/main" id="{E69C436B-C6B2-4843-98E9-B4D5110AB5CF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1. Contexte &amp; problème métier — C1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2C29A5-294A-493F-AE75-160F0EA61749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4">
            <a:extLst>
              <a:ext uri="{FF2B5EF4-FFF2-40B4-BE49-F238E27FC236}">
                <a16:creationId xmlns:a16="http://schemas.microsoft.com/office/drawing/2014/main" id="{096C18E7-CA81-40C7-A9A2-3B379DC73108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03496B2-3DC1-4421-866D-9104F70C2BBD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787BD4-8DC8-4B50-BCAE-CF31B5010C08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6DCB3C-1FBE-4ACF-BA6C-4C93F3139FF3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28 %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0D1973-1640-4CEC-BCA2-9BF04C30E0AB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abandon en L1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F4F2D-6B80-4E63-9043-94797F1D9BFC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Agir dès mi-S1 avec des ressources limitées.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9CDF5F5-820D-4006-8A94-9FBB5502ED20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8E3B44-9AF9-4EE5-B0A8-35EE177ECABE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0DD5F-B81D-477D-B39E-9669CD93B77F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Le constat</a:t>
            </a:r>
          </a:p>
        </p:txBody>
      </p:sp>
      <p:graphicFrame>
        <p:nvGraphicFramePr>
          <p:cNvPr id="22" name="Diagramme 21">
            <a:extLst>
              <a:ext uri="{FF2B5EF4-FFF2-40B4-BE49-F238E27FC236}">
                <a16:creationId xmlns:a16="http://schemas.microsoft.com/office/drawing/2014/main" id="{F40F1F6B-8107-C21F-87C2-69F23742A9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959899"/>
              </p:ext>
            </p:extLst>
          </p:nvPr>
        </p:nvGraphicFramePr>
        <p:xfrm>
          <a:off x="4238625" y="2219325"/>
          <a:ext cx="7191375" cy="1095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DE7E1A3-1C00-4DA2-93F7-FBA08AFB12C7}"/>
              </a:ext>
            </a:extLst>
          </p:cNvPr>
          <p:cNvSpPr>
            <a:spLocks noGrp="1"/>
          </p:cNvSpPr>
          <p:nvPr/>
        </p:nvSpPr>
        <p:spPr>
          <a:xfrm>
            <a:off x="4000500" y="3714750"/>
            <a:ext cx="7667625" cy="1952625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0676D5-AC5A-4392-AB34-9010D7602E6A}"/>
              </a:ext>
            </a:extLst>
          </p:cNvPr>
          <p:cNvSpPr>
            <a:spLocks noGrp="1"/>
          </p:cNvSpPr>
          <p:nvPr/>
        </p:nvSpPr>
        <p:spPr>
          <a:xfrm>
            <a:off x="4210050" y="3933825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6B94E2-D1FD-4EF8-96D6-1AB4FBFBEF34}"/>
              </a:ext>
            </a:extLst>
          </p:cNvPr>
          <p:cNvSpPr>
            <a:spLocks noGrp="1"/>
          </p:cNvSpPr>
          <p:nvPr/>
        </p:nvSpPr>
        <p:spPr>
          <a:xfrm>
            <a:off x="4381500" y="3905250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La question à résoudre</a:t>
            </a:r>
          </a:p>
        </p:txBody>
      </p:sp>
      <p:graphicFrame>
        <p:nvGraphicFramePr>
          <p:cNvPr id="23" name="Diagramme 22">
            <a:extLst>
              <a:ext uri="{FF2B5EF4-FFF2-40B4-BE49-F238E27FC236}">
                <a16:creationId xmlns:a16="http://schemas.microsoft.com/office/drawing/2014/main" id="{C7028E33-E518-3575-3629-CBB872590F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9654573"/>
              </p:ext>
            </p:extLst>
          </p:nvPr>
        </p:nvGraphicFramePr>
        <p:xfrm>
          <a:off x="4238625" y="4457700"/>
          <a:ext cx="7191375" cy="104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121705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EAF727C-C811-4577-B040-9834962854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1A7656-A45D-4237-8338-E525AE9E8A37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D7CE52-1B9C-4884-B4AE-FD6E01D15838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B5F59D-A71E-4258-8092-E33EEA5C6014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itre slide 5">
            <a:extLst>
              <a:ext uri="{FF2B5EF4-FFF2-40B4-BE49-F238E27FC236}">
                <a16:creationId xmlns:a16="http://schemas.microsoft.com/office/drawing/2014/main" id="{39ED45EA-BB6F-4110-A08E-599355A0ED50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2. Objectif IA &amp; cadrage — C1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FDAB02-27F7-4C82-B0C2-94ECC07D574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Numéro de page 5">
            <a:extLst>
              <a:ext uri="{FF2B5EF4-FFF2-40B4-BE49-F238E27FC236}">
                <a16:creationId xmlns:a16="http://schemas.microsoft.com/office/drawing/2014/main" id="{502975AB-F401-4BEC-9554-A6EFC727B96E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256BBCD-82F8-4520-AFB1-6566553D9B25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13E41C-7A26-461B-B589-DA66AEE48193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3BF2E9-3454-4748-9D9F-298DBF41851D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924"/>
          </a:bodyPr>
          <a:lstStyle/>
          <a:p>
            <a:pPr algn="l">
              <a:lnSpc>
                <a:spcPct val="108000"/>
              </a:lnSpc>
              <a:buNone/>
              <a:defRPr sz="5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C54DDA-8672-425A-8F92-166895F14E45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cibles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02E60A-35C4-4150-B53B-01EA9510551B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Classification pour prioriser ; régression pour calibrer l'aide.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064FCE8-8F1A-405D-9DE7-5588C67E90C2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B7FD4F-DEC3-47C4-AE8E-6A994E6C8F2C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A6B68A-D971-4F16-A096-6F48505F4F6B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67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Deux cibles, deux usages</a:t>
            </a:r>
          </a:p>
        </p:txBody>
      </p:sp>
      <p:graphicFrame>
        <p:nvGraphicFramePr>
          <p:cNvPr id="49" name="Tableau 48"/>
          <p:cNvGraphicFramePr/>
          <p:nvPr/>
        </p:nvGraphicFramePr>
        <p:xfrm>
          <a:off x="4210050" y="2238375"/>
          <a:ext cx="7239000" cy="1295400"/>
        </p:xfrm>
        <a:graphic>
          <a:graphicData uri="http://schemas.openxmlformats.org/drawingml/2006/table">
            <a:tbl>
              <a:tblPr/>
              <a:tblGrid>
                <a:gridCol w="1583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8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Cible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Type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Usage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abandon</a:t>
                      </a:r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(0/1)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Classification</a:t>
                      </a:r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(principale)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Prioriser l'accompagnement — ROC/AUC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moyenne_finale</a:t>
                      </a:r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(/20)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Régression</a:t>
                      </a:r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(secondaire)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Calibrer l'intensité de l'aide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A3085F49-B7B8-4BD3-A477-1C349765413D}"/>
              </a:ext>
            </a:extLst>
          </p:cNvPr>
          <p:cNvSpPr>
            <a:spLocks noGrp="1"/>
          </p:cNvSpPr>
          <p:nvPr/>
        </p:nvSpPr>
        <p:spPr>
          <a:xfrm>
            <a:off x="4000500" y="4095750"/>
            <a:ext cx="7667625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551310-8BCE-4C39-A51F-2E9F900B2E9D}"/>
              </a:ext>
            </a:extLst>
          </p:cNvPr>
          <p:cNvSpPr>
            <a:spLocks noGrp="1"/>
          </p:cNvSpPr>
          <p:nvPr/>
        </p:nvSpPr>
        <p:spPr>
          <a:xfrm>
            <a:off x="4210050" y="4314825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03BA6B-60A1-4A70-9283-154EC723AD77}"/>
              </a:ext>
            </a:extLst>
          </p:cNvPr>
          <p:cNvSpPr>
            <a:spLocks noGrp="1"/>
          </p:cNvSpPr>
          <p:nvPr/>
        </p:nvSpPr>
        <p:spPr>
          <a:xfrm>
            <a:off x="4381500" y="4286250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Sortie du dispositif</a:t>
            </a: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F78EDCBC-9C9E-D3F5-85B6-2A54D90C7F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5756461"/>
              </p:ext>
            </p:extLst>
          </p:nvPr>
        </p:nvGraphicFramePr>
        <p:xfrm>
          <a:off x="4238625" y="4838700"/>
          <a:ext cx="7191375" cy="666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03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81E558D-F8B6-4054-97BB-57DC5429BF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9DE576-3C3B-4743-8023-1736EB86BC0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3C7B26-EEB6-4877-8BF6-5699B00FF48C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C2BC2-E0E1-42B6-A84D-D47012397DB8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6">
            <a:extLst>
              <a:ext uri="{FF2B5EF4-FFF2-40B4-BE49-F238E27FC236}">
                <a16:creationId xmlns:a16="http://schemas.microsoft.com/office/drawing/2014/main" id="{9029F3D2-49F6-4832-86FA-FFAA6E60222C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3. Les données et les 3 PIÈGES — C1 / C3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AF40B-8A18-4AE8-BA12-D22D5314F77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6">
            <a:extLst>
              <a:ext uri="{FF2B5EF4-FFF2-40B4-BE49-F238E27FC236}">
                <a16:creationId xmlns:a16="http://schemas.microsoft.com/office/drawing/2014/main" id="{403D7170-1F93-4099-A8AA-DC8165A5C83D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EA5B2-01B3-4D30-ADAD-8E420861E59A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~5 200 étudiants, 33 colonnes, volontairement « brutes ».</a:t>
            </a:r>
          </a:p>
        </p:txBody>
      </p:sp>
      <p:graphicFrame>
        <p:nvGraphicFramePr>
          <p:cNvPr id="24" name="Tableau 23"/>
          <p:cNvGraphicFramePr/>
          <p:nvPr/>
        </p:nvGraphicFramePr>
        <p:xfrm>
          <a:off x="523875" y="1924050"/>
          <a:ext cx="11144250" cy="2076450"/>
        </p:xfrm>
        <a:graphic>
          <a:graphicData uri="http://schemas.openxmlformats.org/drawingml/2006/table">
            <a:tbl>
              <a:tblPr/>
              <a:tblGrid>
                <a:gridCol w="252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5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1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Piège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Colonnes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Décision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Fuite de données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moyenne_finale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exclue des features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Fuite temporelle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moyenne_partiels_s1</a:t>
                      </a:r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120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nb_ue_validees_s1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hors périmètre mi-S1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Leurres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groupe_td</a:t>
                      </a:r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120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couleur_carte_etudiante</a:t>
                      </a:r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120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jour_inscription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prouvés inutiles, exclus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1DF3944-10E8-414A-9E39-97DAF416CBF2}"/>
              </a:ext>
            </a:extLst>
          </p:cNvPr>
          <p:cNvSpPr>
            <a:spLocks noGrp="1"/>
          </p:cNvSpPr>
          <p:nvPr/>
        </p:nvSpPr>
        <p:spPr>
          <a:xfrm>
            <a:off x="523875" y="41910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+ exclure identifiants, constantes, texte libre brut.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0AF059F-1262-4D3C-99E8-6F7C7C7B82EC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11144250" cy="590550"/>
          </a:xfrm>
          <a:prstGeom prst="roundRect">
            <a:avLst>
              <a:gd name="adj" fmla="val 11290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9FA272-EEAF-4EA3-84B8-681F7039EF59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47625" cy="5905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7C4069-E5D8-436F-9AD2-508F03CB3BC8}"/>
              </a:ext>
            </a:extLst>
          </p:cNvPr>
          <p:cNvSpPr>
            <a:spLocks noGrp="1"/>
          </p:cNvSpPr>
          <p:nvPr/>
        </p:nvSpPr>
        <p:spPr>
          <a:xfrm>
            <a:off x="695325" y="4838700"/>
            <a:ext cx="10839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🔒 Périmètre de scoring codé et verrouillé + garde-fou assert_no_leakage.</a:t>
            </a:r>
          </a:p>
        </p:txBody>
      </p:sp>
    </p:spTree>
    <p:extLst>
      <p:ext uri="{BB962C8B-B14F-4D97-AF65-F5344CB8AC3E}">
        <p14:creationId xmlns:p14="http://schemas.microsoft.com/office/powerpoint/2010/main" val="13729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F90A845-4C31-43EA-B977-55378121E2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885C27-9DFF-46AF-848C-B01FB0FCC1E2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23645-1DA7-48E6-87D2-80BBF2DA6A14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DD0A0-F68B-4543-A8D0-5B023F8C3427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7">
            <a:extLst>
              <a:ext uri="{FF2B5EF4-FFF2-40B4-BE49-F238E27FC236}">
                <a16:creationId xmlns:a16="http://schemas.microsoft.com/office/drawing/2014/main" id="{9E925F89-0DE1-4627-B79B-364024DE254A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4. Éthique, RGPD &amp; biais — C2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051CE4-0724-4B1A-A8AD-4641025022F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7">
            <a:extLst>
              <a:ext uri="{FF2B5EF4-FFF2-40B4-BE49-F238E27FC236}">
                <a16:creationId xmlns:a16="http://schemas.microsoft.com/office/drawing/2014/main" id="{9565F4B8-1FC9-49FC-9FA7-BF045E68D9D5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EA49BBB-DB13-4644-8F46-F9745958A7AF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A9ADCD-B74F-4233-B632-A79E819D208F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55C0E5-A301-4863-BE46-945E76A97823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4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B8E086-9D14-4BFD-9DDD-BF1C3B7C542D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RGPD &amp; équité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15E527-A8C7-47AC-B7CB-1066D74CCAF0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Le score propose ; le référent garde la décision.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440F572-48D5-4AB8-B006-69C8CC15FCF0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4191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C3971E-F651-416F-B64D-161843B03EAD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2B4EF-44B0-4876-98D1-988D9A551AE3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Garde-fous à chaque étape</a:t>
            </a:r>
          </a:p>
        </p:txBody>
      </p:sp>
      <p:graphicFrame>
        <p:nvGraphicFramePr>
          <p:cNvPr id="18" name="Diagramme 17">
            <a:extLst>
              <a:ext uri="{FF2B5EF4-FFF2-40B4-BE49-F238E27FC236}">
                <a16:creationId xmlns:a16="http://schemas.microsoft.com/office/drawing/2014/main" id="{268057F2-A513-63C5-54B7-10433043C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8179567"/>
              </p:ext>
            </p:extLst>
          </p:nvPr>
        </p:nvGraphicFramePr>
        <p:xfrm>
          <a:off x="4238625" y="2219325"/>
          <a:ext cx="7191375" cy="3286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1641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CD93F28-8F3C-4C4F-855E-CAA4AA47F7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C6BE7C-DD58-4140-AD25-2A5F35F9EF10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3C055-1A20-405B-9C94-93D8D8D149B7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F443A9-BF70-4FCB-9E67-FF665100FAD8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8">
            <a:extLst>
              <a:ext uri="{FF2B5EF4-FFF2-40B4-BE49-F238E27FC236}">
                <a16:creationId xmlns:a16="http://schemas.microsoft.com/office/drawing/2014/main" id="{C7A64627-EAF6-4AFE-A2D5-E3BAF485AABE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5. Préparation des données — C3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7EC02-6E30-4D58-9E08-CC0CD409667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8">
            <a:extLst>
              <a:ext uri="{FF2B5EF4-FFF2-40B4-BE49-F238E27FC236}">
                <a16:creationId xmlns:a16="http://schemas.microsoft.com/office/drawing/2014/main" id="{06ABA6F0-FDE1-4034-8CE5-CB915D424821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A9341DC-3B43-4CD4-A253-B975795726DB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5A496E-7F2E-4F8F-AB86-878727B573DC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022435-0060-4D8D-86F4-2F2F453CC3D7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2B4BE1-9321-445A-A740-145DFB2E8924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unique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F65B4-1CA5-4E67-AF4F-6E40622C906E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Features mi-S1, labels et split. L'imputation reste dans la Pipeline.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A5927C9-6765-4A75-BCB5-86281B27EE06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314325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9F5D66-9E14-4D36-BEE2-5EA772A07073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E3B3A0-9177-4E52-BE94-E26D95936E7A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Chaîne déterministe et reproductible</a:t>
            </a:r>
          </a:p>
        </p:txBody>
      </p:sp>
      <p:graphicFrame>
        <p:nvGraphicFramePr>
          <p:cNvPr id="21" name="Diagramme 20">
            <a:extLst>
              <a:ext uri="{FF2B5EF4-FFF2-40B4-BE49-F238E27FC236}">
                <a16:creationId xmlns:a16="http://schemas.microsoft.com/office/drawing/2014/main" id="{7954904C-020B-9ED5-0E92-BD203AACD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177119"/>
              </p:ext>
            </p:extLst>
          </p:nvPr>
        </p:nvGraphicFramePr>
        <p:xfrm>
          <a:off x="4238625" y="2219325"/>
          <a:ext cx="7191375" cy="2238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E567DB8-A2D3-4CA2-B122-129B3DC04A16}"/>
              </a:ext>
            </a:extLst>
          </p:cNvPr>
          <p:cNvSpPr>
            <a:spLocks noGrp="1"/>
          </p:cNvSpPr>
          <p:nvPr/>
        </p:nvSpPr>
        <p:spPr>
          <a:xfrm>
            <a:off x="4000500" y="4857750"/>
            <a:ext cx="7667625" cy="809625"/>
          </a:xfrm>
          <a:prstGeom prst="roundRect">
            <a:avLst>
              <a:gd name="adj" fmla="val 8235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75C623-BE41-49E9-9D62-0A349D9A5C4E}"/>
              </a:ext>
            </a:extLst>
          </p:cNvPr>
          <p:cNvSpPr>
            <a:spLocks noGrp="1"/>
          </p:cNvSpPr>
          <p:nvPr/>
        </p:nvSpPr>
        <p:spPr>
          <a:xfrm>
            <a:off x="4000500" y="4857750"/>
            <a:ext cx="47625" cy="809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280CC9-E016-4AD6-9C3F-DB36EFCC4888}"/>
              </a:ext>
            </a:extLst>
          </p:cNvPr>
          <p:cNvSpPr>
            <a:spLocks noGrp="1"/>
          </p:cNvSpPr>
          <p:nvPr/>
        </p:nvSpPr>
        <p:spPr>
          <a:xfrm>
            <a:off x="4171950" y="4933950"/>
            <a:ext cx="73628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⚠️ L'imputation vit dans la Pipeline, pas dans le nettoyage : médiane et mode sont appris sur le train seul, sinon le test fuite vers l'entraînement.</a:t>
            </a:r>
          </a:p>
        </p:txBody>
      </p:sp>
    </p:spTree>
    <p:extLst>
      <p:ext uri="{BB962C8B-B14F-4D97-AF65-F5344CB8AC3E}">
        <p14:creationId xmlns:p14="http://schemas.microsoft.com/office/powerpoint/2010/main" val="200666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E2924B-1F7E-4C06-9D24-AE86CF1132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C17240-A6C4-4B4B-BDFC-161F3DB54976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A3576F-8A3E-437E-900D-AA303B6C4609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7EE27C-060F-4BE7-AEFC-51119738B775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9">
            <a:extLst>
              <a:ext uri="{FF2B5EF4-FFF2-40B4-BE49-F238E27FC236}">
                <a16:creationId xmlns:a16="http://schemas.microsoft.com/office/drawing/2014/main" id="{FF6E5CDF-ACDB-4D89-B565-85470F48476A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6. EDA — facteurs de risque &amp; preuve des leurres — C3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198A93-FB70-40F5-96CC-8A186F64B5A6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9">
            <a:extLst>
              <a:ext uri="{FF2B5EF4-FFF2-40B4-BE49-F238E27FC236}">
                <a16:creationId xmlns:a16="http://schemas.microsoft.com/office/drawing/2014/main" id="{9411993D-B845-4A20-82BA-0642685C5E74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7ADD42D-B7D9-4E32-839F-4F9A6669DA6F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5143500" cy="36195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205394"/>
            <a:ext cx="4953000" cy="24472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1E6D8D-17F2-4BA0-9837-4E5855B0903D}"/>
              </a:ext>
            </a:extLst>
          </p:cNvPr>
          <p:cNvSpPr>
            <a:spLocks noGrp="1"/>
          </p:cNvSpPr>
          <p:nvPr/>
        </p:nvSpPr>
        <p:spPr>
          <a:xfrm>
            <a:off x="6191250" y="2028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79AD8F-FB5C-43CF-8310-F9A397BD520E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Décrocheurs = moins de présence/LMS, plus de retards, motivation basse.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1EFA88-634C-4946-A222-08C8D41868DE}"/>
              </a:ext>
            </a:extLst>
          </p:cNvPr>
          <p:cNvSpPr>
            <a:spLocks noGrp="1"/>
          </p:cNvSpPr>
          <p:nvPr/>
        </p:nvSpPr>
        <p:spPr>
          <a:xfrm>
            <a:off x="6191250" y="30575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9F878F-E825-480C-9A9A-0A153358510A}"/>
              </a:ext>
            </a:extLst>
          </p:cNvPr>
          <p:cNvSpPr>
            <a:spLocks noGrp="1"/>
          </p:cNvSpPr>
          <p:nvPr/>
        </p:nvSpPr>
        <p:spPr>
          <a:xfrm>
            <a:off x="6381750" y="3028950"/>
            <a:ext cx="495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Leurres : taux d'abandon plat entre modalités — écart-type 1,6 à 2,3 pts selon le leurre → aucun signal, je le montre au lieu de l'affirmer.</a:t>
            </a:r>
          </a:p>
        </p:txBody>
      </p:sp>
    </p:spTree>
    <p:extLst>
      <p:ext uri="{BB962C8B-B14F-4D97-AF65-F5344CB8AC3E}">
        <p14:creationId xmlns:p14="http://schemas.microsoft.com/office/powerpoint/2010/main" val="215208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6D8891E-321A-416B-9A93-2B903B26F0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0EFC7F-4F5C-4181-83AD-6EA3505E23C4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9A2A5-DCE8-4C3F-85F0-BE2D01C39B30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1775BB-5387-4699-BD7A-93A199B4F90F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0">
            <a:extLst>
              <a:ext uri="{FF2B5EF4-FFF2-40B4-BE49-F238E27FC236}">
                <a16:creationId xmlns:a16="http://schemas.microsoft.com/office/drawing/2014/main" id="{565CE37E-35CD-469F-9BB2-9AB737B8D99B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7. Choix du modèle — C4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3825F7-D2D0-4E96-929B-8EB26D7BAE44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0">
            <a:extLst>
              <a:ext uri="{FF2B5EF4-FFF2-40B4-BE49-F238E27FC236}">
                <a16:creationId xmlns:a16="http://schemas.microsoft.com/office/drawing/2014/main" id="{28EC63A0-A69F-4798-BD17-60F0A3FE5136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07BFA8B-5664-45AF-90BA-25105ECDD03A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5476875" cy="3667125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16658" y="1762125"/>
            <a:ext cx="4072308" cy="34766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564D55D-1A48-4F3E-A484-AED55B08C408}"/>
              </a:ext>
            </a:extLst>
          </p:cNvPr>
          <p:cNvSpPr>
            <a:spLocks noGrp="1"/>
          </p:cNvSpPr>
          <p:nvPr/>
        </p:nvSpPr>
        <p:spPr>
          <a:xfrm>
            <a:off x="6667500" y="162877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BB5047-7BD8-4378-9EAF-4B7AC5502880}"/>
              </a:ext>
            </a:extLst>
          </p:cNvPr>
          <p:cNvSpPr>
            <a:spLocks noGrp="1"/>
          </p:cNvSpPr>
          <p:nvPr/>
        </p:nvSpPr>
        <p:spPr>
          <a:xfrm>
            <a:off x="6858000" y="1600200"/>
            <a:ext cx="4572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Démarche : baseline → comparer 3 familles, évaluées par AUC.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94E88A-5C2E-4779-AB02-65CD939AF86B}"/>
              </a:ext>
            </a:extLst>
          </p:cNvPr>
          <p:cNvSpPr>
            <a:spLocks noGrp="1"/>
          </p:cNvSpPr>
          <p:nvPr/>
        </p:nvSpPr>
        <p:spPr>
          <a:xfrm>
            <a:off x="6667500" y="2552700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535634-1564-4D69-B6E5-23969DD675BE}"/>
              </a:ext>
            </a:extLst>
          </p:cNvPr>
          <p:cNvSpPr>
            <a:spLocks noGrp="1"/>
          </p:cNvSpPr>
          <p:nvPr/>
        </p:nvSpPr>
        <p:spPr>
          <a:xfrm>
            <a:off x="6858000" y="2524125"/>
            <a:ext cx="4572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Retenu : régression logistique — aucun gain d'AUC significatif du boosting, et c'est le modèle le plus explicable et le plus sobre.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711F7-D9E4-4BEB-A9F7-27644FEB9A93}"/>
              </a:ext>
            </a:extLst>
          </p:cNvPr>
          <p:cNvSpPr>
            <a:spLocks noGrp="1"/>
          </p:cNvSpPr>
          <p:nvPr/>
        </p:nvSpPr>
        <p:spPr>
          <a:xfrm>
            <a:off x="6667500" y="4238625"/>
            <a:ext cx="38100" cy="45720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83B8B2-FF17-40EB-AA17-1FC75F315F4E}"/>
              </a:ext>
            </a:extLst>
          </p:cNvPr>
          <p:cNvSpPr>
            <a:spLocks noGrp="1"/>
          </p:cNvSpPr>
          <p:nvPr/>
        </p:nvSpPr>
        <p:spPr>
          <a:xfrm>
            <a:off x="6858000" y="4210050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Arbitrage assumé : explicabilité &gt; gain marginal non significatif.</a:t>
            </a:r>
          </a:p>
        </p:txBody>
      </p:sp>
    </p:spTree>
    <p:extLst>
      <p:ext uri="{BB962C8B-B14F-4D97-AF65-F5344CB8AC3E}">
        <p14:creationId xmlns:p14="http://schemas.microsoft.com/office/powerpoint/2010/main" val="46241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2BB751-7E15-4A01-815C-6E7138C9A3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5476AE-68D6-48A3-893A-33B45664867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377E4-F6A3-41F7-829F-C842CDC3FB8B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A07067-E36C-4358-A564-30D9B83EFDB8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1">
            <a:extLst>
              <a:ext uri="{FF2B5EF4-FFF2-40B4-BE49-F238E27FC236}">
                <a16:creationId xmlns:a16="http://schemas.microsoft.com/office/drawing/2014/main" id="{484DCAD3-31B8-4CFB-A201-218CFAEE81F8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7.1 Éco-conception : ce que coûte un point d'AUC — C4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5233C2-5C75-4207-9FF2-E85F49488DA8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1">
            <a:extLst>
              <a:ext uri="{FF2B5EF4-FFF2-40B4-BE49-F238E27FC236}">
                <a16:creationId xmlns:a16="http://schemas.microsoft.com/office/drawing/2014/main" id="{64CEAF7B-52E1-4724-8BC8-3F10647F0240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4A0323-EF05-4B58-B4AC-6EA66C0D018B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Le coût de calcul est mesuré pendant la comparaison (CodeCarbon, mix français) :</a:t>
            </a:r>
          </a:p>
        </p:txBody>
      </p:sp>
      <p:graphicFrame>
        <p:nvGraphicFramePr>
          <p:cNvPr id="23" name="Tableau 22"/>
          <p:cNvGraphicFramePr/>
          <p:nvPr/>
        </p:nvGraphicFramePr>
        <p:xfrm>
          <a:off x="523875" y="1952625"/>
          <a:ext cx="11144250" cy="2209800"/>
        </p:xfrm>
        <a:graphic>
          <a:graphicData uri="http://schemas.openxmlformats.org/drawingml/2006/table">
            <a:tbl>
              <a:tblPr/>
              <a:tblGrid>
                <a:gridCol w="3462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8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2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1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Modèle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Coût de calcul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AUC validation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Coût / point d'AUC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Régression logistique</a:t>
                      </a:r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1200" i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(retenu)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référence </a:t>
                      </a:r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× 1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0,949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XGBoost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~ × 10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0,948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∞</a:t>
                      </a:r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(aucun gain)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Random Forest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~ × 20 à 30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0,942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∞</a:t>
                      </a:r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(aucun gain)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40FE7FC-7647-4379-BB7E-476FD079033D}"/>
              </a:ext>
            </a:extLst>
          </p:cNvPr>
          <p:cNvSpPr>
            <a:spLocks noGrp="1"/>
          </p:cNvSpPr>
          <p:nvPr/>
        </p:nvSpPr>
        <p:spPr>
          <a:xfrm>
            <a:off x="523875" y="4524375"/>
            <a:ext cx="11144250" cy="1066800"/>
          </a:xfrm>
          <a:prstGeom prst="roundRect">
            <a:avLst>
              <a:gd name="adj" fmla="val 6250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CA2CF5-1EE4-4537-8AB4-F5A339EC067E}"/>
              </a:ext>
            </a:extLst>
          </p:cNvPr>
          <p:cNvSpPr>
            <a:spLocks noGrp="1"/>
          </p:cNvSpPr>
          <p:nvPr/>
        </p:nvSpPr>
        <p:spPr>
          <a:xfrm>
            <a:off x="523875" y="4524375"/>
            <a:ext cx="47625" cy="106680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CCB1F-D6D7-4AD2-AA3C-1FB757E5D377}"/>
              </a:ext>
            </a:extLst>
          </p:cNvPr>
          <p:cNvSpPr>
            <a:spLocks noGrp="1"/>
          </p:cNvSpPr>
          <p:nvPr/>
        </p:nvSpPr>
        <p:spPr>
          <a:xfrm>
            <a:off x="695325" y="4600575"/>
            <a:ext cx="10839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171450" indent="-171450" algn="l">
              <a:lnSpc>
                <a:spcPct val="108000"/>
              </a:lnSpc>
              <a:buFont typeface="Courier New"/>
              <a:buChar char="o"/>
              <a:defRPr sz="12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Quelques centièmes de Wh pour toute la comparaison : dérisoire dans l'absolu.
La sobriété se joue ailleurs que sur l'algorithme → slide suivante.
Ordres de grandeur : la mesure varie avec la charge machine, l'écart entre modèles non.</a:t>
            </a:r>
          </a:p>
        </p:txBody>
      </p:sp>
    </p:spTree>
    <p:extLst>
      <p:ext uri="{BB962C8B-B14F-4D97-AF65-F5344CB8AC3E}">
        <p14:creationId xmlns:p14="http://schemas.microsoft.com/office/powerpoint/2010/main" val="396169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2581FFE-D48B-4512-B793-C65091EBD6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41B1D5-13BC-4071-926A-FE33ED754577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6DAA55-E510-4703-A224-9F1AA7D36662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3FB7FD-E6E5-4D92-9418-BB2CB60DB8C1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2">
            <a:extLst>
              <a:ext uri="{FF2B5EF4-FFF2-40B4-BE49-F238E27FC236}">
                <a16:creationId xmlns:a16="http://schemas.microsoft.com/office/drawing/2014/main" id="{94B6200D-5AA6-4A2E-9D73-D4BBCA8F0BA4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7.2 Les 6 leviers d'éco-conception — C4 / C7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97A17-90D7-4CD4-8E05-0BAA504F26F3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2">
            <a:extLst>
              <a:ext uri="{FF2B5EF4-FFF2-40B4-BE49-F238E27FC236}">
                <a16:creationId xmlns:a16="http://schemas.microsoft.com/office/drawing/2014/main" id="{55139D5E-C45E-4A36-BC4D-ADA01ECEC8C8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21" name="Tableau 20"/>
          <p:cNvGraphicFramePr/>
          <p:nvPr/>
        </p:nvGraphicFramePr>
        <p:xfrm>
          <a:off x="523875" y="1381125"/>
          <a:ext cx="11144251" cy="2724150"/>
        </p:xfrm>
        <a:graphic>
          <a:graphicData uri="http://schemas.openxmlformats.org/drawingml/2006/table">
            <a:tbl>
              <a:tblPr/>
              <a:tblGrid>
                <a:gridCol w="278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Levier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Décision prise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Effet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1. Fréquence de réentraînement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annuelle, par cohorte — pas mensuelle (§16)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~11 entraînements évités par an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2. Choix du modèle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régression logistique plutôt que boosting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entraînement et inférence négligeables, pas de GPU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3. Dimensionnement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VPS conteneurisé, pas de Kubernetes (§15)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pas de cluster inactif à alimenter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4. Minimisation des données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31 features ; texte libre réduit à un booléen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moins de stockage et de calcul, moins de risque RGPD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5. Rythme de scoring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un batch par semestre, pas de temps réel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pas de service de scoring permanent sous charge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6. Rétention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purge automatique des lots expirés (§14)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stockage borné dans le temps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3ADD1CB-BEB0-4A69-A389-EE4FEAFE2505}"/>
              </a:ext>
            </a:extLst>
          </p:cNvPr>
          <p:cNvSpPr>
            <a:spLocks noGrp="1"/>
          </p:cNvSpPr>
          <p:nvPr/>
        </p:nvSpPr>
        <p:spPr>
          <a:xfrm>
            <a:off x="523875" y="5715000"/>
            <a:ext cx="11144250" cy="428625"/>
          </a:xfrm>
          <a:prstGeom prst="roundRect">
            <a:avLst>
              <a:gd name="adj" fmla="val 15556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113EC-5B69-42D3-80D3-DCA043A1B00F}"/>
              </a:ext>
            </a:extLst>
          </p:cNvPr>
          <p:cNvSpPr>
            <a:spLocks noGrp="1"/>
          </p:cNvSpPr>
          <p:nvPr/>
        </p:nvSpPr>
        <p:spPr>
          <a:xfrm>
            <a:off x="523875" y="5715000"/>
            <a:ext cx="47625" cy="428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F2665E-A89D-4E9A-9A47-5A4029566D6A}"/>
              </a:ext>
            </a:extLst>
          </p:cNvPr>
          <p:cNvSpPr>
            <a:spLocks noGrp="1"/>
          </p:cNvSpPr>
          <p:nvPr/>
        </p:nvSpPr>
        <p:spPr>
          <a:xfrm>
            <a:off x="695325" y="5791200"/>
            <a:ext cx="108394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Quatre leviers sur six relèvent de l'architecture et de l'exploitation, pas de la modélisation — et deux d'entre eux (4 et 6) servent aussi le RGPD.</a:t>
            </a:r>
          </a:p>
        </p:txBody>
      </p:sp>
    </p:spTree>
    <p:extLst>
      <p:ext uri="{BB962C8B-B14F-4D97-AF65-F5344CB8AC3E}">
        <p14:creationId xmlns:p14="http://schemas.microsoft.com/office/powerpoint/2010/main" val="1121020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A062B2-9B35-4F5F-8CAD-A61FF008FC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24F1B5-5DF8-4500-8B83-3C9105A0C9BB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4DD12-FFB5-4D73-92D4-660840F297DA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B7AAE7-D265-45E3-BA11-38D9947B5A98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3">
            <a:extLst>
              <a:ext uri="{FF2B5EF4-FFF2-40B4-BE49-F238E27FC236}">
                <a16:creationId xmlns:a16="http://schemas.microsoft.com/office/drawing/2014/main" id="{85980835-2D35-4201-ABCF-6FF91CF9CBB7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8. Entraînement &amp; validation — C5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0CEBF-D939-42FD-A500-46197CE3320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3">
            <a:extLst>
              <a:ext uri="{FF2B5EF4-FFF2-40B4-BE49-F238E27FC236}">
                <a16:creationId xmlns:a16="http://schemas.microsoft.com/office/drawing/2014/main" id="{11DB00C1-1FEF-43DE-A873-2BEAA08E669F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6A968DF-5D22-481A-B620-C31F3C120046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03F9A7-4EEA-4955-A9A2-621E9BDEAD97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CBDE89-8616-4FC0-AA4F-85B4747EFF84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924"/>
          </a:bodyPr>
          <a:lstStyle/>
          <a:p>
            <a:pPr algn="l">
              <a:lnSpc>
                <a:spcPct val="108000"/>
              </a:lnSpc>
              <a:buNone/>
              <a:defRPr sz="5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321823-2968-4DBD-8605-9E3ADE1CAF13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jeux de données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2C1E1-6E05-4F8C-8AFD-F8C4549AE686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Train · validation · test. </a:t>
            </a:r>
          </a:p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Le test ne choisit jamais le seuil.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A1AA512-ECD9-493D-8F41-7E1D30DCB850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4191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54B67E-5EB8-44AB-974C-D72C865F1DAB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C8C8F-A699-4B1A-9950-A76A7AF74E26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Validation contrôlée</a:t>
            </a:r>
          </a:p>
        </p:txBody>
      </p:sp>
      <p:graphicFrame>
        <p:nvGraphicFramePr>
          <p:cNvPr id="18" name="Diagramme 17">
            <a:extLst>
              <a:ext uri="{FF2B5EF4-FFF2-40B4-BE49-F238E27FC236}">
                <a16:creationId xmlns:a16="http://schemas.microsoft.com/office/drawing/2014/main" id="{3E822EAA-9C6A-7A25-4C3B-480E9A1263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239257"/>
              </p:ext>
            </p:extLst>
          </p:nvPr>
        </p:nvGraphicFramePr>
        <p:xfrm>
          <a:off x="4238625" y="2219325"/>
          <a:ext cx="7191375" cy="3286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7671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F319CF8-17CE-4F7C-A420-A8B1A6C7D7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404E80-7AF0-42AB-8A93-4297D176888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DA63D-11D5-4FC2-B3E7-0F353EC8C3FC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B7ADE8-75DE-4C52-8ED1-EFA84E4A8BB6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4">
            <a:extLst>
              <a:ext uri="{FF2B5EF4-FFF2-40B4-BE49-F238E27FC236}">
                <a16:creationId xmlns:a16="http://schemas.microsoft.com/office/drawing/2014/main" id="{94B56016-8ECE-4DFC-B627-07A96D41BDFE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9. Choix du seuil — raisonner en coût métier — C5 / C8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939FB7-192C-44DA-935F-671E465DD17B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4">
            <a:extLst>
              <a:ext uri="{FF2B5EF4-FFF2-40B4-BE49-F238E27FC236}">
                <a16:creationId xmlns:a16="http://schemas.microsoft.com/office/drawing/2014/main" id="{F40CE3DC-750D-4275-9B4B-1CA28779C474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B89CEE0-AB3F-48EF-9AF6-E1661C795099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5143500" cy="3429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054499"/>
            <a:ext cx="4953000" cy="27109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09ABCE0-8089-4F1F-BE3A-7EA22544748A}"/>
              </a:ext>
            </a:extLst>
          </p:cNvPr>
          <p:cNvSpPr>
            <a:spLocks noGrp="1"/>
          </p:cNvSpPr>
          <p:nvPr/>
        </p:nvSpPr>
        <p:spPr>
          <a:xfrm>
            <a:off x="6191250" y="18383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6987BD-FFDA-4CC5-AC7E-1FEADD546C1E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Manquer un décrocheur (FN) coûte plus cher qu'une alerte inutile (FP).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3D199A-A719-4989-9870-0127ED68D096}"/>
              </a:ext>
            </a:extLst>
          </p:cNvPr>
          <p:cNvSpPr>
            <a:spLocks noGrp="1"/>
          </p:cNvSpPr>
          <p:nvPr/>
        </p:nvSpPr>
        <p:spPr>
          <a:xfrm>
            <a:off x="6191250" y="2790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567A24-1388-4DC1-BC69-21AF88659165}"/>
              </a:ext>
            </a:extLst>
          </p:cNvPr>
          <p:cNvSpPr>
            <a:spLocks noGrp="1"/>
          </p:cNvSpPr>
          <p:nvPr/>
        </p:nvSpPr>
        <p:spPr>
          <a:xfrm>
            <a:off x="6381750" y="2762250"/>
            <a:ext cx="495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Ratio FN:FP = 5:1 (hypothèse métier explicite) → seuil ≈ 0,30 sur validation.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15112D-CC71-4615-BD10-2489BF1B50D3}"/>
              </a:ext>
            </a:extLst>
          </p:cNvPr>
          <p:cNvSpPr>
            <a:spLocks noGrp="1"/>
          </p:cNvSpPr>
          <p:nvPr/>
        </p:nvSpPr>
        <p:spPr>
          <a:xfrm>
            <a:off x="6191250" y="3933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67E8D8-A28A-45DC-91B2-8173CF97A6B2}"/>
              </a:ext>
            </a:extLst>
          </p:cNvPr>
          <p:cNvSpPr>
            <a:spLocks noGrp="1"/>
          </p:cNvSpPr>
          <p:nvPr/>
        </p:nvSpPr>
        <p:spPr>
          <a:xfrm>
            <a:off x="6381750" y="390525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Résultat test : rappel 95,9 % (on rate très peu de décrocheurs), précision 63,5 %.</a:t>
            </a:r>
          </a:p>
        </p:txBody>
      </p:sp>
    </p:spTree>
    <p:extLst>
      <p:ext uri="{BB962C8B-B14F-4D97-AF65-F5344CB8AC3E}">
        <p14:creationId xmlns:p14="http://schemas.microsoft.com/office/powerpoint/2010/main" val="1197167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8FDF640-6397-462B-8AAB-A0F71BDB91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17FB5F-A700-4CF2-83BF-7FCF39D554E3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BA022-9CA0-4358-BDF3-51B6AF0F7582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23CC1D-D38B-403F-A9BB-7A24D6445242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5">
            <a:extLst>
              <a:ext uri="{FF2B5EF4-FFF2-40B4-BE49-F238E27FC236}">
                <a16:creationId xmlns:a16="http://schemas.microsoft.com/office/drawing/2014/main" id="{46D665A1-2958-4EAB-9084-9F76BCBC0EF7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10. Résultats — performance — C8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7D7A9-FD33-44D2-A03F-49362AF49DF1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5">
            <a:extLst>
              <a:ext uri="{FF2B5EF4-FFF2-40B4-BE49-F238E27FC236}">
                <a16:creationId xmlns:a16="http://schemas.microsoft.com/office/drawing/2014/main" id="{C3535F52-A2F4-448A-B884-F5CCBFB9FED9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2AF1F64-2626-459D-87D4-EAF72D210A9E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4191000" cy="33337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6710" y="1809750"/>
            <a:ext cx="3962581" cy="3143250"/>
          </a:xfrm>
          <a:prstGeom prst="rect">
            <a:avLst/>
          </a:prstGeom>
        </p:spPr>
      </p:pic>
      <p:graphicFrame>
        <p:nvGraphicFramePr>
          <p:cNvPr id="23" name="Tableau 22"/>
          <p:cNvGraphicFramePr/>
          <p:nvPr/>
        </p:nvGraphicFramePr>
        <p:xfrm>
          <a:off x="6762750" y="1809750"/>
          <a:ext cx="4000500" cy="3143250"/>
        </p:xfrm>
        <a:graphic>
          <a:graphicData uri="http://schemas.openxmlformats.org/drawingml/2006/table">
            <a:tbl>
              <a:tblPr/>
              <a:tblGrid>
                <a:gridCol w="2522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Indicateur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Valeur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 (test)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0,949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Rappel (seuil métier)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0,96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Précision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0,64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748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D7E6196-9169-4707-A9D4-BF2A704A51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989925-E1BC-46BD-873D-0AC241F5C6F7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BF5995-9723-4995-810A-B09373606131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F6EABF-17CE-49E0-A1C4-530C1C77EDB5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6">
            <a:extLst>
              <a:ext uri="{FF2B5EF4-FFF2-40B4-BE49-F238E27FC236}">
                <a16:creationId xmlns:a16="http://schemas.microsoft.com/office/drawing/2014/main" id="{8C80EE9C-CDD0-4647-AE3B-FAF14239ADC7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11. Explicabilité &amp; équité — C8 / C2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0B494-1FE4-49CC-9B82-36046154D32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6">
            <a:extLst>
              <a:ext uri="{FF2B5EF4-FFF2-40B4-BE49-F238E27FC236}">
                <a16:creationId xmlns:a16="http://schemas.microsoft.com/office/drawing/2014/main" id="{24676A0F-FEFB-4F72-BC1F-CAB8B5DAF13C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7F25646-DD45-4ECC-9C8A-DEB4CFAF6A1A}"/>
              </a:ext>
            </a:extLst>
          </p:cNvPr>
          <p:cNvSpPr>
            <a:spLocks noGrp="1"/>
          </p:cNvSpPr>
          <p:nvPr/>
        </p:nvSpPr>
        <p:spPr>
          <a:xfrm>
            <a:off x="619125" y="1524000"/>
            <a:ext cx="5143500" cy="38576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8363" y="1619250"/>
            <a:ext cx="4645025" cy="36671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334C70-0E5A-4322-8A9F-74FBFF78EC3D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7C99D-7172-4CFA-9D67-C253F679D6F4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Facteurs actionnables : présence, LMS, rendus, motivation.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EC035F-4A34-4FBC-BAC4-E09812944EB5}"/>
              </a:ext>
            </a:extLst>
          </p:cNvPr>
          <p:cNvSpPr>
            <a:spLocks noGrp="1"/>
          </p:cNvSpPr>
          <p:nvPr/>
        </p:nvSpPr>
        <p:spPr>
          <a:xfrm>
            <a:off x="6191250" y="3009900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AFA9F6-23A8-43C7-885D-2B8EAAB06F9B}"/>
              </a:ext>
            </a:extLst>
          </p:cNvPr>
          <p:cNvSpPr>
            <a:spLocks noGrp="1"/>
          </p:cNvSpPr>
          <p:nvPr/>
        </p:nvSpPr>
        <p:spPr>
          <a:xfrm>
            <a:off x="6381750" y="2981325"/>
            <a:ext cx="49530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Audit d'équité : rappel comparable F/M/boursier (0,946–0,966) → écart maximal 1,9 pt, très en deçà du seuil d'alerte de 10 pts.</a:t>
            </a:r>
          </a:p>
        </p:txBody>
      </p:sp>
    </p:spTree>
    <p:extLst>
      <p:ext uri="{BB962C8B-B14F-4D97-AF65-F5344CB8AC3E}">
        <p14:creationId xmlns:p14="http://schemas.microsoft.com/office/powerpoint/2010/main" val="42846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2FAC777-75B4-47C7-B006-26FDBA069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9D9DF7-B107-4697-B362-2C280F1FE52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07C032-CC09-478D-8C02-A593C696F266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6327AB-BDB0-4CAC-9031-88CBBAF7C157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7">
            <a:extLst>
              <a:ext uri="{FF2B5EF4-FFF2-40B4-BE49-F238E27FC236}">
                <a16:creationId xmlns:a16="http://schemas.microsoft.com/office/drawing/2014/main" id="{6C8B8863-69FD-48F3-9723-43F7B412BD92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12. Cible secondaire — régression moyenne_finale — C8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ACC0CF-B2B7-477A-A1EB-B4C3457F27C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7">
            <a:extLst>
              <a:ext uri="{FF2B5EF4-FFF2-40B4-BE49-F238E27FC236}">
                <a16:creationId xmlns:a16="http://schemas.microsoft.com/office/drawing/2014/main" id="{58AEC256-9515-4C3C-8356-846ADF0AE00A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77B8977-660F-453F-AAFE-481D04F94E6F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4667250" cy="371475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64456" y="1666875"/>
            <a:ext cx="3662338" cy="35242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E013F3E-1F75-4AAB-9B18-5DC26B228031}"/>
              </a:ext>
            </a:extLst>
          </p:cNvPr>
          <p:cNvSpPr>
            <a:spLocks noGrp="1"/>
          </p:cNvSpPr>
          <p:nvPr/>
        </p:nvSpPr>
        <p:spPr>
          <a:xfrm>
            <a:off x="6000750" y="1885950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7BA07-E877-47B0-80DC-44950E6EE131}"/>
              </a:ext>
            </a:extLst>
          </p:cNvPr>
          <p:cNvSpPr>
            <a:spLocks noGrp="1"/>
          </p:cNvSpPr>
          <p:nvPr/>
        </p:nvSpPr>
        <p:spPr>
          <a:xfrm>
            <a:off x="6191250" y="1857375"/>
            <a:ext cx="514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Estime la moyenne finale attendue → calibrer l'intensité de l'aide.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29D345-45F5-4DF9-A6FD-FDD94A419410}"/>
              </a:ext>
            </a:extLst>
          </p:cNvPr>
          <p:cNvSpPr>
            <a:spLocks noGrp="1"/>
          </p:cNvSpPr>
          <p:nvPr/>
        </p:nvSpPr>
        <p:spPr>
          <a:xfrm>
            <a:off x="6000750" y="3009900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233B4-6269-4B02-8C1E-3AEF8E731F96}"/>
              </a:ext>
            </a:extLst>
          </p:cNvPr>
          <p:cNvSpPr>
            <a:spLocks noGrp="1"/>
          </p:cNvSpPr>
          <p:nvPr/>
        </p:nvSpPr>
        <p:spPr>
          <a:xfrm>
            <a:off x="6191250" y="2981325"/>
            <a:ext cx="5143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R² ≈ 0,68, erreur ≈ 2,3 pts/20.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060DF8-D0D8-444E-A927-E974EE46215E}"/>
              </a:ext>
            </a:extLst>
          </p:cNvPr>
          <p:cNvSpPr>
            <a:spLocks noGrp="1"/>
          </p:cNvSpPr>
          <p:nvPr/>
        </p:nvSpPr>
        <p:spPr>
          <a:xfrm>
            <a:off x="6000750" y="3848100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436D35-83FD-4AEA-85C1-507880DDD5B0}"/>
              </a:ext>
            </a:extLst>
          </p:cNvPr>
          <p:cNvSpPr>
            <a:spLocks noGrp="1"/>
          </p:cNvSpPr>
          <p:nvPr/>
        </p:nvSpPr>
        <p:spPr>
          <a:xfrm>
            <a:off x="6191250" y="3819525"/>
            <a:ext cx="5143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Reste exclue des features de classification (fuite).</a:t>
            </a:r>
          </a:p>
        </p:txBody>
      </p:sp>
    </p:spTree>
    <p:extLst>
      <p:ext uri="{BB962C8B-B14F-4D97-AF65-F5344CB8AC3E}">
        <p14:creationId xmlns:p14="http://schemas.microsoft.com/office/powerpoint/2010/main" val="930716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2460BF8-77CB-422E-AC86-692AE0BCC7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E68FB9-F364-4E61-AB6D-659C72F0CD5A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B74BD-B88B-49B0-A60C-AD570B156E96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456CA-071D-4B2B-8084-64907449A753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8">
            <a:extLst>
              <a:ext uri="{FF2B5EF4-FFF2-40B4-BE49-F238E27FC236}">
                <a16:creationId xmlns:a16="http://schemas.microsoft.com/office/drawing/2014/main" id="{8B66B575-F8D5-4241-AF17-4FD28223CC50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13. Implémentation &amp; service — C6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263547-5EF7-41AB-95A2-F5BCCCAFF7B4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8">
            <a:extLst>
              <a:ext uri="{FF2B5EF4-FFF2-40B4-BE49-F238E27FC236}">
                <a16:creationId xmlns:a16="http://schemas.microsoft.com/office/drawing/2014/main" id="{90204BCB-B00B-49E1-A7D9-4E25A6042FAB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87D7EF6-78B9-4AE8-A66C-4D844E9C9CF3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E65AC0-7857-4374-849D-EDE3FB573061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982B65-573F-41BC-BC58-C3545BBB1B3C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924"/>
          </a:bodyPr>
          <a:lstStyle/>
          <a:p>
            <a:pPr algn="l">
              <a:lnSpc>
                <a:spcPct val="108000"/>
              </a:lnSpc>
              <a:buNone/>
              <a:defRPr sz="5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CDEFFB-6735-4884-B082-FA4B8386684F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tests pytest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0223C7-95F2-4A3F-8CC9-25D63C8FE1E6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CI GitHub Actions · lint/format · Dockerfile non-root.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E32A7F0-7A86-405B-B19F-B568046EEA89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4191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30C666-830A-4428-B3F0-2294A31F4BEA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14CF27-094B-4CC2-93F3-4A3E29A0292C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Du notebook au service</a:t>
            </a:r>
          </a:p>
        </p:txBody>
      </p:sp>
      <p:graphicFrame>
        <p:nvGraphicFramePr>
          <p:cNvPr id="18" name="Diagramme 17">
            <a:extLst>
              <a:ext uri="{FF2B5EF4-FFF2-40B4-BE49-F238E27FC236}">
                <a16:creationId xmlns:a16="http://schemas.microsoft.com/office/drawing/2014/main" id="{5398CA8C-DE8A-E21F-712A-39B054F73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9750562"/>
              </p:ext>
            </p:extLst>
          </p:nvPr>
        </p:nvGraphicFramePr>
        <p:xfrm>
          <a:off x="4238625" y="2219325"/>
          <a:ext cx="7191375" cy="3286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285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729FD8-8EC0-49FE-BF5F-F10732382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9A6A55-88CB-4544-AA1B-AE0021E55EF4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91E951-C60E-4D0F-B330-8F6ED99C0D81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F2638-2A7B-4EA5-ACBD-47657F379E93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19">
            <a:extLst>
              <a:ext uri="{FF2B5EF4-FFF2-40B4-BE49-F238E27FC236}">
                <a16:creationId xmlns:a16="http://schemas.microsoft.com/office/drawing/2014/main" id="{6B7F63A8-6D81-4F93-9A4E-68FED7624A4B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14. Persistance SQL &amp; architecture médaillon — C7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9C4718-CCF5-482D-803D-28CCEEB52254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19">
            <a:extLst>
              <a:ext uri="{FF2B5EF4-FFF2-40B4-BE49-F238E27FC236}">
                <a16:creationId xmlns:a16="http://schemas.microsoft.com/office/drawing/2014/main" id="{22700E56-CC4F-471C-8429-F330B8AE6960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24" name="Tableau 21"/>
          <p:cNvGraphicFramePr/>
          <p:nvPr/>
        </p:nvGraphicFramePr>
        <p:xfrm>
          <a:off x="523875" y="2190750"/>
          <a:ext cx="11144250" cy="2228850"/>
        </p:xfrm>
        <a:graphic>
          <a:graphicData uri="http://schemas.openxmlformats.org/drawingml/2006/table">
            <a:tbl>
              <a:tblPr/>
              <a:tblGrid>
                <a:gridCol w="1959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5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Couche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Rôle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Données personnelles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Bronze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lignes sources brutes, traçabilité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restreintes, purgées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Silver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nettoyage + normalisation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IDs remplacés par HMAC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Gold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features, split, scores, drift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pas d'identifiants directs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EF36056-FC77-4D77-AE03-662C92955FB5}"/>
              </a:ext>
            </a:extLst>
          </p:cNvPr>
          <p:cNvSpPr>
            <a:spLocks noGrp="1"/>
          </p:cNvSpPr>
          <p:nvPr/>
        </p:nvSpPr>
        <p:spPr>
          <a:xfrm>
            <a:off x="523875" y="4686300"/>
            <a:ext cx="11144250" cy="476250"/>
          </a:xfrm>
          <a:prstGeom prst="roundRect">
            <a:avLst>
              <a:gd name="adj" fmla="val 16000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71450" tIns="76200" rIns="1714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Stack locale production-like : Postgres via Docker Compose.</a:t>
            </a:r>
          </a:p>
        </p:txBody>
      </p:sp>
      <p:sp>
        <p:nvSpPr>
          <p:cNvPr id="15" name="Accent jaune slide 19">
            <a:extLst>
              <a:ext uri="{FF2B5EF4-FFF2-40B4-BE49-F238E27FC236}">
                <a16:creationId xmlns:a16="http://schemas.microsoft.com/office/drawing/2014/main" id="{DF35DDFB-C7E9-45CF-9C9C-5AA30DF5D93D}"/>
              </a:ext>
            </a:extLst>
          </p:cNvPr>
          <p:cNvSpPr>
            <a:spLocks noGrp="1"/>
          </p:cNvSpPr>
          <p:nvPr/>
        </p:nvSpPr>
        <p:spPr>
          <a:xfrm>
            <a:off x="523875" y="4686300"/>
            <a:ext cx="47625" cy="4762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9" name="Diagramme 18">
            <a:extLst>
              <a:ext uri="{FF2B5EF4-FFF2-40B4-BE49-F238E27FC236}">
                <a16:creationId xmlns:a16="http://schemas.microsoft.com/office/drawing/2014/main" id="{607F6903-0526-D20A-D0B4-1CC7C1EB4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4607193"/>
              </p:ext>
            </p:extLst>
          </p:nvPr>
        </p:nvGraphicFramePr>
        <p:xfrm>
          <a:off x="547687" y="1220722"/>
          <a:ext cx="11096625" cy="676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019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912416-F065-4DDC-8D65-3A6BBB5AD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DDBFDC-8350-4801-988C-16BE7D6D48BC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D3295-E16F-42DF-A034-944595C5852E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BA1FF-B06B-4C57-B3D0-D16AD8B63E63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0">
            <a:extLst>
              <a:ext uri="{FF2B5EF4-FFF2-40B4-BE49-F238E27FC236}">
                <a16:creationId xmlns:a16="http://schemas.microsoft.com/office/drawing/2014/main" id="{82C141F4-2904-426D-A3B6-D9096DD4265A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15. Architecture d'exploitation proportionnée — C7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1889AE-95B5-4689-B490-97BB5943FF0E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0">
            <a:extLst>
              <a:ext uri="{FF2B5EF4-FFF2-40B4-BE49-F238E27FC236}">
                <a16:creationId xmlns:a16="http://schemas.microsoft.com/office/drawing/2014/main" id="{1477D33D-A92E-46A6-871C-9A081C28A071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6F56DC90-161B-B094-097D-E36CC3E0F4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53015"/>
              </p:ext>
            </p:extLst>
          </p:nvPr>
        </p:nvGraphicFramePr>
        <p:xfrm>
          <a:off x="523874" y="1190626"/>
          <a:ext cx="11144249" cy="495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2" name="Tableau 20"/>
          <p:cNvGraphicFramePr/>
          <p:nvPr/>
        </p:nvGraphicFramePr>
        <p:xfrm>
          <a:off x="523875" y="1809750"/>
          <a:ext cx="11144250" cy="3219450"/>
        </p:xfrm>
        <a:graphic>
          <a:graphicData uri="http://schemas.openxmlformats.org/drawingml/2006/table">
            <a:tbl>
              <a:tblPr/>
              <a:tblGrid>
                <a:gridCol w="243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Choix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Décision adaptée au projet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Hébergement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Serveur du LMS, déjà en place</a:t>
                      </a:r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(données dans le SI, pas de tiers) ou VPS européen conteneurisé ; Kubernetes écarté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Sécurité réseau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Caddy</a:t>
                      </a:r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reverse-proxy + HTTPS automatique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Données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Postgres sur le VPS, sauvegarde hors hôte, secrets hors Git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Disponibilité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/health</a:t>
                      </a:r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+ </a:t>
                      </a:r>
                      <a:r>
                        <a:rPr sz="1125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/ready</a:t>
                      </a:r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; pas de haute disponibilité sans SLA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Budget indicatif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0 €</a:t>
                      </a:r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sur l'existant · sinon </a:t>
                      </a:r>
                      <a:r>
                        <a:rPr sz="1125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10–20 €/mois</a:t>
                      </a:r>
                      <a:r>
                        <a:rPr sz="1125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, +5–10 € pour un environnement de test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D04A9A0-6B5F-4E85-B707-1C67EA1127EF}"/>
              </a:ext>
            </a:extLst>
          </p:cNvPr>
          <p:cNvSpPr>
            <a:spLocks noGrp="1"/>
          </p:cNvSpPr>
          <p:nvPr/>
        </p:nvSpPr>
        <p:spPr>
          <a:xfrm>
            <a:off x="523875" y="5114925"/>
            <a:ext cx="11144250" cy="552450"/>
          </a:xfrm>
          <a:prstGeom prst="roundRect">
            <a:avLst>
              <a:gd name="adj" fmla="val 13793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71450" tIns="76200" rIns="1714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D6B7A"/>
                </a:solidFill>
                <a:latin typeface="Aptos"/>
                <a:ea typeface="Aptos"/>
                <a:cs typeface="Aptos"/>
              </a:rPr>
              <a:t>La portabilité vient des conteneurs : évoluer plus tard sans réécrire le service.</a:t>
            </a:r>
          </a:p>
        </p:txBody>
      </p:sp>
      <p:sp>
        <p:nvSpPr>
          <p:cNvPr id="13" name="Accent jaune slide 20">
            <a:extLst>
              <a:ext uri="{FF2B5EF4-FFF2-40B4-BE49-F238E27FC236}">
                <a16:creationId xmlns:a16="http://schemas.microsoft.com/office/drawing/2014/main" id="{49B54502-3B63-4DF3-8FF3-609F278FDB8C}"/>
              </a:ext>
            </a:extLst>
          </p:cNvPr>
          <p:cNvSpPr>
            <a:spLocks noGrp="1"/>
          </p:cNvSpPr>
          <p:nvPr/>
        </p:nvSpPr>
        <p:spPr>
          <a:xfrm>
            <a:off x="523875" y="5114925"/>
            <a:ext cx="47625" cy="5524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21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F98340C-563A-4E28-851F-A448842746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0438D3-5E42-4397-A489-5836171112B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136289-E6C4-4B26-A90A-4DDCA12BD560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21899-6C00-450E-8DF2-1C74446E3F07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1">
            <a:extLst>
              <a:ext uri="{FF2B5EF4-FFF2-40B4-BE49-F238E27FC236}">
                <a16:creationId xmlns:a16="http://schemas.microsoft.com/office/drawing/2014/main" id="{0DB84E84-C86D-4717-AC56-58D802D7535C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16. Cycle de vie du modèle — C9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7DFD6-E4E4-40EA-B5DC-35F64C547880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1">
            <a:extLst>
              <a:ext uri="{FF2B5EF4-FFF2-40B4-BE49-F238E27FC236}">
                <a16:creationId xmlns:a16="http://schemas.microsoft.com/office/drawing/2014/main" id="{5840D40E-FD08-4F3F-9F26-909A64AA0ECD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366B6E-38D2-4448-A7AC-821F38163FC8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CA9A38-BD3D-4F25-B5C0-97172DE4CF99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719D31-634F-43FC-BC49-024C20BE8D5A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924"/>
          </a:bodyPr>
          <a:lstStyle/>
          <a:p>
            <a:pPr algn="l">
              <a:lnSpc>
                <a:spcPct val="108000"/>
              </a:lnSpc>
              <a:buNone/>
              <a:defRPr sz="5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1C091-CD79-4E0B-A975-082D44A33142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étapes du cycle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B0E940-A03C-4B1F-AA4D-FD0445EEA2A0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Contrôler → investiguer → entraîner → tracer → valider → promouvoir.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1F50D28-C3E3-48C3-8AA5-6AF7CF5819DE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314325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D1CAE9-6ABF-459C-AC60-4CECD087D421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959961-3ACF-47B4-BEDD-79BB800E2EE4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67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Politique de cycle de vie</a:t>
            </a:r>
          </a:p>
        </p:txBody>
      </p:sp>
      <p:graphicFrame>
        <p:nvGraphicFramePr>
          <p:cNvPr id="24" name="Diagramme 23">
            <a:extLst>
              <a:ext uri="{FF2B5EF4-FFF2-40B4-BE49-F238E27FC236}">
                <a16:creationId xmlns:a16="http://schemas.microsoft.com/office/drawing/2014/main" id="{E9BEF878-196A-D6EF-6B57-14BFD26CA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865415"/>
              </p:ext>
            </p:extLst>
          </p:nvPr>
        </p:nvGraphicFramePr>
        <p:xfrm>
          <a:off x="4238625" y="2238375"/>
          <a:ext cx="7191375" cy="2141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BC7E434F-40DC-4B37-9A24-B2A48A1712BE}"/>
              </a:ext>
            </a:extLst>
          </p:cNvPr>
          <p:cNvSpPr>
            <a:spLocks noGrp="1"/>
          </p:cNvSpPr>
          <p:nvPr/>
        </p:nvSpPr>
        <p:spPr>
          <a:xfrm>
            <a:off x="4000500" y="4857750"/>
            <a:ext cx="7667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APScheduler contrôle puis évalue la politique chaque semaine ; l'échéance annuelle reste un déclencheur.</a:t>
            </a:r>
          </a:p>
        </p:txBody>
      </p:sp>
    </p:spTree>
    <p:extLst>
      <p:ext uri="{BB962C8B-B14F-4D97-AF65-F5344CB8AC3E}">
        <p14:creationId xmlns:p14="http://schemas.microsoft.com/office/powerpoint/2010/main" val="415929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84273E-CB39-4CA8-838B-8669DB18D5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36C584-D767-4E73-B220-2F6FC88A0BF0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06F849-FDE5-47F9-B152-BA6D6F5A87F1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B8B6BE-8F3B-4B7E-8229-E6F3CF66C90E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2">
            <a:extLst>
              <a:ext uri="{FF2B5EF4-FFF2-40B4-BE49-F238E27FC236}">
                <a16:creationId xmlns:a16="http://schemas.microsoft.com/office/drawing/2014/main" id="{D1A13C05-3214-4475-9550-4666DD7E141B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17. Supervision et alertes — C8 / C9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B0892-3B26-493B-8943-C9EABD92FC0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2">
            <a:extLst>
              <a:ext uri="{FF2B5EF4-FFF2-40B4-BE49-F238E27FC236}">
                <a16:creationId xmlns:a16="http://schemas.microsoft.com/office/drawing/2014/main" id="{814F001C-91BF-4B04-9234-D226B02374C9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graphicFrame>
        <p:nvGraphicFramePr>
          <p:cNvPr id="20" name="Tableau 18"/>
          <p:cNvGraphicFramePr/>
          <p:nvPr/>
        </p:nvGraphicFramePr>
        <p:xfrm>
          <a:off x="523875" y="1600200"/>
          <a:ext cx="11144250" cy="3181350"/>
        </p:xfrm>
        <a:graphic>
          <a:graphicData uri="http://schemas.openxmlformats.org/drawingml/2006/table">
            <a:tbl>
              <a:tblPr/>
              <a:tblGrid>
                <a:gridCol w="2553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0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Besoin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Réponse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Quotidien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canal d'équipe réussite étudiante / DSI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Vue Run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dashboard Grafana : disponibilité, débit, statuts HTTP, latence p95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Incident technique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API indisponible ou 5xx &gt; 1 % </a:t>
                      </a:r>
                      <a:r>
                        <a:rPr sz="120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pendant 5 min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Tâche silencieuse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heartbeat externe : contrôle drift/réentraînement attendu mais absent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Critique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astreinte DSI seulement pendant la fenêtre de scoring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4E8379C-92E2-4E52-A982-3E53AA4A40B0}"/>
              </a:ext>
            </a:extLst>
          </p:cNvPr>
          <p:cNvSpPr>
            <a:spLocks noGrp="1"/>
          </p:cNvSpPr>
          <p:nvPr/>
        </p:nvSpPr>
        <p:spPr>
          <a:xfrm>
            <a:off x="523875" y="4972050"/>
            <a:ext cx="11144250" cy="552450"/>
          </a:xfrm>
          <a:prstGeom prst="roundRect">
            <a:avLst>
              <a:gd name="adj" fmla="val 13793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71450" tIns="76200" rIns="1714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Hystérésis + cooldown 24 h : une dérive persistante ne spamme pas l'équipe.</a:t>
            </a:r>
          </a:p>
        </p:txBody>
      </p:sp>
      <p:sp>
        <p:nvSpPr>
          <p:cNvPr id="12" name="Accent jaune slide 22">
            <a:extLst>
              <a:ext uri="{FF2B5EF4-FFF2-40B4-BE49-F238E27FC236}">
                <a16:creationId xmlns:a16="http://schemas.microsoft.com/office/drawing/2014/main" id="{827F8CF6-C93D-41F7-B905-41AA3CEFCB21}"/>
              </a:ext>
            </a:extLst>
          </p:cNvPr>
          <p:cNvSpPr>
            <a:spLocks noGrp="1"/>
          </p:cNvSpPr>
          <p:nvPr/>
        </p:nvSpPr>
        <p:spPr>
          <a:xfrm>
            <a:off x="523875" y="4972050"/>
            <a:ext cx="47625" cy="5524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104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B4C25E6-DD06-4E88-8857-20688AA1B2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CFC7FF-57A2-4422-89CB-C243351BC2EC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1ADCA-8275-4333-9400-9C2CA45232E1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40AF17-EE09-4B8E-98E0-6269F1F6793B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3">
            <a:extLst>
              <a:ext uri="{FF2B5EF4-FFF2-40B4-BE49-F238E27FC236}">
                <a16:creationId xmlns:a16="http://schemas.microsoft.com/office/drawing/2014/main" id="{52CCA794-22C1-435A-A102-B4B51399E721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17.1 Grafana confirme un service disponible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BACFD1-B2AE-435B-8B86-5F95F2A8E4EF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3">
            <a:extLst>
              <a:ext uri="{FF2B5EF4-FFF2-40B4-BE49-F238E27FC236}">
                <a16:creationId xmlns:a16="http://schemas.microsoft.com/office/drawing/2014/main" id="{5AC5846E-9704-40EC-950C-1B656C96B405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E6E989B-DCBA-4382-B4B4-9C51A6C9D8C0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5810250" cy="352425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48445"/>
            <a:ext cx="5619750" cy="31611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A50216-F7BE-4CA6-927E-A610A76D3AC5}"/>
              </a:ext>
            </a:extLst>
          </p:cNvPr>
          <p:cNvSpPr>
            <a:spLocks noGrp="1"/>
          </p:cNvSpPr>
          <p:nvPr/>
        </p:nvSpPr>
        <p:spPr>
          <a:xfrm>
            <a:off x="6762750" y="2028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8EC7A1-5B88-489A-89B3-ED914665DF95}"/>
              </a:ext>
            </a:extLst>
          </p:cNvPr>
          <p:cNvSpPr>
            <a:spLocks noGrp="1"/>
          </p:cNvSpPr>
          <p:nvPr/>
        </p:nvSpPr>
        <p:spPr>
          <a:xfrm>
            <a:off x="6953250" y="200025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Disponibilité, débit par route, erreurs 5xx et latence p95 sont visibles en conditions réelles.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ACF66-7DA7-4257-99BD-A004BC83709B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EB3C18-C9DA-4435-A376-9CC3898945D0}"/>
              </a:ext>
            </a:extLst>
          </p:cNvPr>
          <p:cNvSpPr>
            <a:spLocks noGrp="1"/>
          </p:cNvSpPr>
          <p:nvPr/>
        </p:nvSpPr>
        <p:spPr>
          <a:xfrm>
            <a:off x="6953250" y="2971800"/>
            <a:ext cx="4572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Les mesures proviennent de l'API conteneurisée et de Prometheus, pas de sorties calculées dans le notebook.</a:t>
            </a:r>
          </a:p>
        </p:txBody>
      </p:sp>
    </p:spTree>
    <p:extLst>
      <p:ext uri="{BB962C8B-B14F-4D97-AF65-F5344CB8AC3E}">
        <p14:creationId xmlns:p14="http://schemas.microsoft.com/office/powerpoint/2010/main" val="92382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3AEDC56-A10E-46C8-B6FC-33E039E484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629EED-21AE-480D-B435-18E6C561DB0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086E27-E89F-4B9A-B42B-0506CD1D91D0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84B91-DA87-4B6E-8D7C-A74374391AA2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4">
            <a:extLst>
              <a:ext uri="{FF2B5EF4-FFF2-40B4-BE49-F238E27FC236}">
                <a16:creationId xmlns:a16="http://schemas.microsoft.com/office/drawing/2014/main" id="{03AC8DDD-3EAF-48FB-B39F-481BFF1B095B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17.2 Prometheus collecte l'API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AF6825-2AE0-419E-BEC4-84381546E70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4">
            <a:extLst>
              <a:ext uri="{FF2B5EF4-FFF2-40B4-BE49-F238E27FC236}">
                <a16:creationId xmlns:a16="http://schemas.microsoft.com/office/drawing/2014/main" id="{A3DA8F24-D96A-4C2F-8B0C-C9A753F7D0ED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50AC6BE-B1CE-4C66-8665-B9D9A90ED74F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5905500" cy="352425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870075"/>
            <a:ext cx="5715000" cy="3175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3F7FD1C-15BD-4E74-99E6-D744F234FE76}"/>
              </a:ext>
            </a:extLst>
          </p:cNvPr>
          <p:cNvSpPr>
            <a:spLocks noGrp="1"/>
          </p:cNvSpPr>
          <p:nvPr/>
        </p:nvSpPr>
        <p:spPr>
          <a:xfrm>
            <a:off x="6762750" y="2028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1CBB0-26B4-4996-97F6-1CB26751D1C3}"/>
              </a:ext>
            </a:extLst>
          </p:cNvPr>
          <p:cNvSpPr>
            <a:spLocks noGrp="1"/>
          </p:cNvSpPr>
          <p:nvPr/>
        </p:nvSpPr>
        <p:spPr>
          <a:xfrm>
            <a:off x="6953250" y="200025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La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cible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decrochage-api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est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collectée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sur /metrics, état UP.</a:t>
            </a:r>
          </a:p>
        </p:txBody>
      </p:sp>
    </p:spTree>
    <p:extLst>
      <p:ext uri="{BB962C8B-B14F-4D97-AF65-F5344CB8AC3E}">
        <p14:creationId xmlns:p14="http://schemas.microsoft.com/office/powerpoint/2010/main" val="1221153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D3B02D7-6069-4AA0-942D-D15517C8AF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432A-8137-4AFF-800A-E52C6AA239E5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3DAEA1-A955-4167-B6E8-58ED58E0CEDF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5A0CA0-AC72-49AD-AF0A-7DA5F222702C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5">
            <a:extLst>
              <a:ext uri="{FF2B5EF4-FFF2-40B4-BE49-F238E27FC236}">
                <a16:creationId xmlns:a16="http://schemas.microsoft.com/office/drawing/2014/main" id="{745C98BB-80D7-47F0-97F7-1F60FD9AF816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17.3 Grafana évalue les alertes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8A539-BD5D-4993-9781-B42ADD89AD96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5">
            <a:extLst>
              <a:ext uri="{FF2B5EF4-FFF2-40B4-BE49-F238E27FC236}">
                <a16:creationId xmlns:a16="http://schemas.microsoft.com/office/drawing/2014/main" id="{79AA6954-2134-4DAC-8866-E11A1E9AA1FE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665FADE-ABC4-466D-AE7F-A225DA13DBB3}"/>
              </a:ext>
            </a:extLst>
          </p:cNvPr>
          <p:cNvSpPr>
            <a:spLocks noGrp="1"/>
          </p:cNvSpPr>
          <p:nvPr/>
        </p:nvSpPr>
        <p:spPr>
          <a:xfrm>
            <a:off x="619125" y="1695450"/>
            <a:ext cx="6000750" cy="352425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" y="2374361"/>
            <a:ext cx="5810250" cy="21664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FCE873E-99A4-4F3F-B32F-BC06A4286AF8}"/>
              </a:ext>
            </a:extLst>
          </p:cNvPr>
          <p:cNvSpPr>
            <a:spLocks noGrp="1"/>
          </p:cNvSpPr>
          <p:nvPr/>
        </p:nvSpPr>
        <p:spPr>
          <a:xfrm>
            <a:off x="6762750" y="2028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A40E13-4EF5-4D09-A5BA-EC99412C4468}"/>
              </a:ext>
            </a:extLst>
          </p:cNvPr>
          <p:cNvSpPr>
            <a:spLocks noGrp="1"/>
          </p:cNvSpPr>
          <p:nvPr/>
        </p:nvSpPr>
        <p:spPr>
          <a:xfrm>
            <a:off x="6953250" y="200025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Deux règles provisionnées : indisponibilité de l'API, taux d'erreurs 5xx &gt; 1 %.</a:t>
            </a:r>
          </a:p>
        </p:txBody>
      </p:sp>
    </p:spTree>
    <p:extLst>
      <p:ext uri="{BB962C8B-B14F-4D97-AF65-F5344CB8AC3E}">
        <p14:creationId xmlns:p14="http://schemas.microsoft.com/office/powerpoint/2010/main" val="1265521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9F953E8-F586-407B-8239-872323B1A1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8F9763-FF6A-4306-AE79-400858E4E701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EE0FED-6D94-4F58-8BA2-22FDCCD37FEC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F0CD1-3ED3-4103-A355-1E6C47E8E76E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6">
            <a:extLst>
              <a:ext uri="{FF2B5EF4-FFF2-40B4-BE49-F238E27FC236}">
                <a16:creationId xmlns:a16="http://schemas.microsoft.com/office/drawing/2014/main" id="{3F222F50-D7F8-4D7A-A01A-8E65769F1393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17.4 Caddy expose l'API en HTTPS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40F218-BE5B-4D44-ADF2-540F75A4E8B1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6">
            <a:extLst>
              <a:ext uri="{FF2B5EF4-FFF2-40B4-BE49-F238E27FC236}">
                <a16:creationId xmlns:a16="http://schemas.microsoft.com/office/drawing/2014/main" id="{088C4AB5-2302-4F3B-8421-E1F7357E1776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5E053DE-FB70-4D19-A4D1-87264CEF591C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5905500" cy="352425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678781"/>
            <a:ext cx="5715000" cy="32146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9A3D4B4-C611-4067-87D3-1CECB7F62277}"/>
              </a:ext>
            </a:extLst>
          </p:cNvPr>
          <p:cNvSpPr>
            <a:spLocks noGrp="1"/>
          </p:cNvSpPr>
          <p:nvPr/>
        </p:nvSpPr>
        <p:spPr>
          <a:xfrm>
            <a:off x="6762750" y="2028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11D3F7-FA46-4D68-A255-818978953E3A}"/>
              </a:ext>
            </a:extLst>
          </p:cNvPr>
          <p:cNvSpPr>
            <a:spLocks noGrp="1"/>
          </p:cNvSpPr>
          <p:nvPr/>
        </p:nvSpPr>
        <p:spPr>
          <a:xfrm>
            <a:off x="6953250" y="200025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Caddy termine HTTPS et transmet les requêtes au conteneur API.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3F3D23-5491-4A63-87DF-D6A306EFF9CF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5791B-0229-4D07-9EF7-99F5169B6AFD}"/>
              </a:ext>
            </a:extLst>
          </p:cNvPr>
          <p:cNvSpPr>
            <a:spLocks noGrp="1"/>
          </p:cNvSpPr>
          <p:nvPr/>
        </p:nvSpPr>
        <p:spPr>
          <a:xfrm>
            <a:off x="6953250" y="297180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Certificat local pour la démonstration ; domaine et certificat gérés en production.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0CAE999-A0B9-40AC-9877-60B57FC24EE1}"/>
              </a:ext>
            </a:extLst>
          </p:cNvPr>
          <p:cNvSpPr>
            <a:spLocks noGrp="1"/>
          </p:cNvSpPr>
          <p:nvPr/>
        </p:nvSpPr>
        <p:spPr>
          <a:xfrm>
            <a:off x="523875" y="5572125"/>
            <a:ext cx="11144250" cy="514350"/>
          </a:xfrm>
          <a:prstGeom prst="roundRect">
            <a:avLst>
              <a:gd name="adj" fmla="val 12963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5A947F-E29A-4616-80B8-386BBC7F29AE}"/>
              </a:ext>
            </a:extLst>
          </p:cNvPr>
          <p:cNvSpPr>
            <a:spLocks noGrp="1"/>
          </p:cNvSpPr>
          <p:nvPr/>
        </p:nvSpPr>
        <p:spPr>
          <a:xfrm>
            <a:off x="523875" y="5572125"/>
            <a:ext cx="47625" cy="5143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7FCE47-348A-486B-AC7E-3F4A7080CD6B}"/>
              </a:ext>
            </a:extLst>
          </p:cNvPr>
          <p:cNvSpPr>
            <a:spLocks noGrp="1"/>
          </p:cNvSpPr>
          <p:nvPr/>
        </p:nvSpPr>
        <p:spPr>
          <a:xfrm>
            <a:off x="695325" y="5648325"/>
            <a:ext cx="1083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12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Ces preuves ne peuvent pas sortir du notebook seul : Caddy, Prometheus et Grafana sont des processus réseau indépendants.</a:t>
            </a:r>
          </a:p>
        </p:txBody>
      </p:sp>
    </p:spTree>
    <p:extLst>
      <p:ext uri="{BB962C8B-B14F-4D97-AF65-F5344CB8AC3E}">
        <p14:creationId xmlns:p14="http://schemas.microsoft.com/office/powerpoint/2010/main" val="746303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7FA0ABB-9DBD-43C3-9F85-0C57070C60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BE7E18-2D70-4E5D-A6C7-E35BB248EBE0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6C9A0-C3C1-4CC1-B61F-8FC1E5F235B9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27BDA-B06E-4FA8-B241-E5D6D5F9E133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7">
            <a:extLst>
              <a:ext uri="{FF2B5EF4-FFF2-40B4-BE49-F238E27FC236}">
                <a16:creationId xmlns:a16="http://schemas.microsoft.com/office/drawing/2014/main" id="{1A418F64-4E0A-4105-869B-054BD6725B55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17.5 MLflow trace les entraînements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531F7-E4D6-40EE-A48C-23CCD87382B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7">
            <a:extLst>
              <a:ext uri="{FF2B5EF4-FFF2-40B4-BE49-F238E27FC236}">
                <a16:creationId xmlns:a16="http://schemas.microsoft.com/office/drawing/2014/main" id="{DF9045BA-CCAE-4BE3-AD5E-CF51CD2BC0D8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2A7AC01-CB4D-480C-9008-C9DB3FD86A5F}"/>
              </a:ext>
            </a:extLst>
          </p:cNvPr>
          <p:cNvSpPr>
            <a:spLocks noGrp="1"/>
          </p:cNvSpPr>
          <p:nvPr/>
        </p:nvSpPr>
        <p:spPr>
          <a:xfrm>
            <a:off x="619125" y="1543050"/>
            <a:ext cx="6000750" cy="3667125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" y="1742480"/>
            <a:ext cx="5810250" cy="32682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556A3F-4718-491E-B537-386342C98BAA}"/>
              </a:ext>
            </a:extLst>
          </p:cNvPr>
          <p:cNvSpPr>
            <a:spLocks noGrp="1"/>
          </p:cNvSpPr>
          <p:nvPr/>
        </p:nvSpPr>
        <p:spPr>
          <a:xfrm>
            <a:off x="6762750" y="2028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55B594-7A74-4B0F-8CBD-7E65ECE1FB54}"/>
              </a:ext>
            </a:extLst>
          </p:cNvPr>
          <p:cNvSpPr>
            <a:spLocks noGrp="1"/>
          </p:cNvSpPr>
          <p:nvPr/>
        </p:nvSpPr>
        <p:spPr>
          <a:xfrm>
            <a:off x="6953250" y="200025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Chaque entraînement enregistre paramètres, métriques, rapport JSON et bundle modèle.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B4DF4B-0C0C-4455-94ED-55A8212125CA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00123-83F4-4C53-ACF1-0C6E7DC8F05A}"/>
              </a:ext>
            </a:extLst>
          </p:cNvPr>
          <p:cNvSpPr>
            <a:spLocks noGrp="1"/>
          </p:cNvSpPr>
          <p:nvPr/>
        </p:nvSpPr>
        <p:spPr>
          <a:xfrm>
            <a:off x="6953250" y="297180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Deux runs indépendants sont visibles dans decrochage-l1-training.</a:t>
            </a:r>
          </a:p>
        </p:txBody>
      </p:sp>
    </p:spTree>
    <p:extLst>
      <p:ext uri="{BB962C8B-B14F-4D97-AF65-F5344CB8AC3E}">
        <p14:creationId xmlns:p14="http://schemas.microsoft.com/office/powerpoint/2010/main" val="953083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1233935-8175-416E-8BED-FC314DF96B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A15880-F96A-4D9B-8B34-556E6781DFBB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683B5-60A1-403B-BFF8-7F53A6720857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C35FF-A03A-414C-9B66-A31863788EB0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8">
            <a:extLst>
              <a:ext uri="{FF2B5EF4-FFF2-40B4-BE49-F238E27FC236}">
                <a16:creationId xmlns:a16="http://schemas.microsoft.com/office/drawing/2014/main" id="{BA4DD923-69CB-4BF5-9230-6CCE832AAF68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17.6 Versions, promotion et rollback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72414-CFF2-4E18-92FD-1B93B122827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8">
            <a:extLst>
              <a:ext uri="{FF2B5EF4-FFF2-40B4-BE49-F238E27FC236}">
                <a16:creationId xmlns:a16="http://schemas.microsoft.com/office/drawing/2014/main" id="{32FC0371-F951-458E-A66E-395D784887BF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239B71C-7911-4CB3-9F31-63195FB58542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6096000" cy="3667125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7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696641"/>
            <a:ext cx="5905500" cy="33218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767AC06-67E1-4333-8822-A537F76DF241}"/>
              </a:ext>
            </a:extLst>
          </p:cNvPr>
          <p:cNvSpPr>
            <a:spLocks noGrp="1"/>
          </p:cNvSpPr>
          <p:nvPr/>
        </p:nvSpPr>
        <p:spPr>
          <a:xfrm>
            <a:off x="6762750" y="20288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C1EC00-EEF0-4511-9BC6-15F29B532F38}"/>
              </a:ext>
            </a:extLst>
          </p:cNvPr>
          <p:cNvSpPr>
            <a:spLocks noGrp="1"/>
          </p:cNvSpPr>
          <p:nvPr/>
        </p:nvSpPr>
        <p:spPr>
          <a:xfrm>
            <a:off x="6953250" y="200025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La version 2 a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été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promue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après validation humaine,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puis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archivée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lors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du rollback.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C7BEFA-7901-4D29-BB00-2B376E6EF1FE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CCC79E-C8A4-4DC5-9EF2-2ACAF049B522}"/>
              </a:ext>
            </a:extLst>
          </p:cNvPr>
          <p:cNvSpPr>
            <a:spLocks noGrp="1"/>
          </p:cNvSpPr>
          <p:nvPr/>
        </p:nvSpPr>
        <p:spPr>
          <a:xfrm>
            <a:off x="6953250" y="297180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L'alias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production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référence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de nouveau la version 1,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chargée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 par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l'API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806341-FA39-4458-858A-6113536C5BC9}"/>
              </a:ext>
            </a:extLst>
          </p:cNvPr>
          <p:cNvSpPr>
            <a:spLocks noGrp="1"/>
          </p:cNvSpPr>
          <p:nvPr/>
        </p:nvSpPr>
        <p:spPr>
          <a:xfrm>
            <a:off x="6762750" y="3971925"/>
            <a:ext cx="38100" cy="457200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865275-973D-4AEF-86DB-53AFD40F9F34}"/>
              </a:ext>
            </a:extLst>
          </p:cNvPr>
          <p:cNvSpPr>
            <a:spLocks noGrp="1"/>
          </p:cNvSpPr>
          <p:nvPr/>
        </p:nvSpPr>
        <p:spPr>
          <a:xfrm>
            <a:off x="6953250" y="394335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/ready expose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model_version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=1 et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model_alias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=production.</a:t>
            </a:r>
          </a:p>
        </p:txBody>
      </p:sp>
    </p:spTree>
    <p:extLst>
      <p:ext uri="{BB962C8B-B14F-4D97-AF65-F5344CB8AC3E}">
        <p14:creationId xmlns:p14="http://schemas.microsoft.com/office/powerpoint/2010/main" val="2140482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0D8ADC-B78E-4C13-99B1-DB49043AC6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80CCAF-F4D8-46DA-9EA4-4A12286D3D4D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C8D39-60FF-48C3-8287-020D12BE0440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28F57C-C8EA-4E75-824B-E08EFE7E2140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29">
            <a:extLst>
              <a:ext uri="{FF2B5EF4-FFF2-40B4-BE49-F238E27FC236}">
                <a16:creationId xmlns:a16="http://schemas.microsoft.com/office/drawing/2014/main" id="{7B4CDDA4-B2E4-4395-9A0E-37F4335BE1B6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17.7 Journaux JSON corrélés et bornés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E4383-0AC4-4EED-A58B-C9BA22745F45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29">
            <a:extLst>
              <a:ext uri="{FF2B5EF4-FFF2-40B4-BE49-F238E27FC236}">
                <a16:creationId xmlns:a16="http://schemas.microsoft.com/office/drawing/2014/main" id="{A4B66740-88E6-4D3D-86FF-40965E525456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" name="Exemple de journal JSON">
            <a:extLst>
              <a:ext uri="{FF2B5EF4-FFF2-40B4-BE49-F238E27FC236}">
                <a16:creationId xmlns:a16="http://schemas.microsoft.com/office/drawing/2014/main" id="{55A5E209-6288-4162-9366-89D892A32565}"/>
              </a:ext>
            </a:extLst>
          </p:cNvPr>
          <p:cNvSpPr>
            <a:spLocks noGrp="1"/>
          </p:cNvSpPr>
          <p:nvPr/>
        </p:nvSpPr>
        <p:spPr>
          <a:xfrm>
            <a:off x="619125" y="1390649"/>
            <a:ext cx="10572750" cy="2619373"/>
          </a:xfrm>
          <a:prstGeom prst="roundRect">
            <a:avLst>
              <a:gd name="adj" fmla="val 10606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114300" tIns="76200" rIns="114300" bIns="76200" anchor="ctr">
            <a:normAutofit fontScale="98375"/>
          </a:bodyPr>
          <a:lstStyle/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{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lang="fr-FR"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"timestamp":"2026-07-21T14:05:24+00:00",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lang="fr-FR"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 dirty="0" err="1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level":"INFO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",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lang="fr-FR"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"event":"</a:t>
            </a:r>
            <a:r>
              <a:rPr sz="1400" b="0" i="0" dirty="0" err="1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api_request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",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lang="fr-FR"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"request_id":"jury-log-proof-001",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lang="fr-FR" sz="140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 dirty="0" err="1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method":"GET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",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lang="fr-FR" sz="140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"path":"/health",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lang="fr-FR" sz="140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"status":200,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lang="fr-FR"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"duration_ms":2.45</a:t>
            </a:r>
            <a:endParaRPr lang="fr-FR" sz="1400" b="0" i="0" dirty="0">
              <a:solidFill>
                <a:srgbClr val="BFE7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050" b="0" i="0">
                <a:solidFill>
                  <a:srgbClr val="BFE7FF"/>
                </a:solidFill>
                <a:latin typeface="Consolas"/>
                <a:ea typeface="Consolas"/>
                <a:cs typeface="Consolas"/>
              </a:defRPr>
            </a:pPr>
            <a:r>
              <a:rPr sz="1400" b="0" i="0" dirty="0">
                <a:solidFill>
                  <a:srgbClr val="BFE7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C259B86F-192B-7377-D30F-06F18CA9FA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218677"/>
              </p:ext>
            </p:extLst>
          </p:nvPr>
        </p:nvGraphicFramePr>
        <p:xfrm>
          <a:off x="714375" y="4152900"/>
          <a:ext cx="10477500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5733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D3EC90B-EE1E-4D4E-8990-3FFC81C2CE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E2D58A-0094-4DA7-9242-A98E6C970F63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740402-671D-489E-BDD8-7440E25BC2BE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C4BFA8-8B58-4C74-A0BF-5F6F2BDB92C7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30">
            <a:extLst>
              <a:ext uri="{FF2B5EF4-FFF2-40B4-BE49-F238E27FC236}">
                <a16:creationId xmlns:a16="http://schemas.microsoft.com/office/drawing/2014/main" id="{C89FBDA3-14E9-4DC3-BD23-D09092125DFE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18. TCO &amp; valeur du pilote — C7 / C9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ADB837-CD26-4765-9910-87555A57902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30">
            <a:extLst>
              <a:ext uri="{FF2B5EF4-FFF2-40B4-BE49-F238E27FC236}">
                <a16:creationId xmlns:a16="http://schemas.microsoft.com/office/drawing/2014/main" id="{2C080880-2AD1-4F61-BD72-DC444EC89BA6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0A0D5B3-6212-463E-A737-5A88B412FD54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AA284-49B6-40D1-A819-5C674AA5A6FA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487D9-D3C1-4C30-872C-587D35A0764F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7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AUC ≠ ROI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F1F259-A9F2-4C95-9110-4EF89CB51585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mesurer l'effet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8737B-15E6-401C-ADBB-3159965247F6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La valeur vient des étudiants utilement accompagnés, pas du score seul.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1352FA8-D72A-47A6-84C9-AEE002354E0C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BC420A-590D-4752-B361-01871E1CDA7C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A49011-CC49-40F5-AE64-6E78CCE40C07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Ce que le pilote doit mesurer</a:t>
            </a:r>
          </a:p>
        </p:txBody>
      </p:sp>
      <p:graphicFrame>
        <p:nvGraphicFramePr>
          <p:cNvPr id="21" name="Diagramme 20">
            <a:extLst>
              <a:ext uri="{FF2B5EF4-FFF2-40B4-BE49-F238E27FC236}">
                <a16:creationId xmlns:a16="http://schemas.microsoft.com/office/drawing/2014/main" id="{F221C2D2-B674-F114-8D60-3D67FEAE91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2042459"/>
              </p:ext>
            </p:extLst>
          </p:nvPr>
        </p:nvGraphicFramePr>
        <p:xfrm>
          <a:off x="4238625" y="2219325"/>
          <a:ext cx="7191375" cy="242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BB866C4-F013-423F-988D-4FEC41DDD557}"/>
              </a:ext>
            </a:extLst>
          </p:cNvPr>
          <p:cNvSpPr>
            <a:spLocks noGrp="1"/>
          </p:cNvSpPr>
          <p:nvPr/>
        </p:nvSpPr>
        <p:spPr>
          <a:xfrm>
            <a:off x="4000500" y="5000625"/>
            <a:ext cx="7667625" cy="666750"/>
          </a:xfrm>
          <a:prstGeom prst="roundRect">
            <a:avLst>
              <a:gd name="adj" fmla="val 10000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6068B4-13EE-4743-9610-60D1C0A30BC3}"/>
              </a:ext>
            </a:extLst>
          </p:cNvPr>
          <p:cNvSpPr>
            <a:spLocks noGrp="1"/>
          </p:cNvSpPr>
          <p:nvPr/>
        </p:nvSpPr>
        <p:spPr>
          <a:xfrm>
            <a:off x="4000500" y="5000625"/>
            <a:ext cx="47625" cy="6667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EDC421-665E-4AF1-8C16-3B66EFA25F1F}"/>
              </a:ext>
            </a:extLst>
          </p:cNvPr>
          <p:cNvSpPr>
            <a:spLocks noGrp="1"/>
          </p:cNvSpPr>
          <p:nvPr/>
        </p:nvSpPr>
        <p:spPr>
          <a:xfrm>
            <a:off x="4171950" y="5076825"/>
            <a:ext cx="73628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Aucun gain financier inventé : les hypothèses doivent être validées avec l'université.</a:t>
            </a:r>
          </a:p>
        </p:txBody>
      </p:sp>
    </p:spTree>
    <p:extLst>
      <p:ext uri="{BB962C8B-B14F-4D97-AF65-F5344CB8AC3E}">
        <p14:creationId xmlns:p14="http://schemas.microsoft.com/office/powerpoint/2010/main" val="2009143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48F1FEA-BB1D-493D-9F8F-C0D5DBFA56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CCE265-A4D5-44E4-85A1-1B83187D1906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8D7507-B6FF-4893-919D-80C7CDF91DB1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0590D0-B2F8-4117-A34B-8ABF3D3C7A0F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31">
            <a:extLst>
              <a:ext uri="{FF2B5EF4-FFF2-40B4-BE49-F238E27FC236}">
                <a16:creationId xmlns:a16="http://schemas.microsoft.com/office/drawing/2014/main" id="{152AC64F-0557-4A2E-9336-6875323AEF2E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19. Les arbitrages — ce que j'ai failli faire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D5683-7713-41D4-A9A2-9023E0EA8117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31">
            <a:extLst>
              <a:ext uri="{FF2B5EF4-FFF2-40B4-BE49-F238E27FC236}">
                <a16:creationId xmlns:a16="http://schemas.microsoft.com/office/drawing/2014/main" id="{0232D5B5-2B65-4486-846C-0A41E4649B21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graphicFrame>
        <p:nvGraphicFramePr>
          <p:cNvPr id="21" name="Tableau 20"/>
          <p:cNvGraphicFramePr/>
          <p:nvPr/>
        </p:nvGraphicFramePr>
        <p:xfrm>
          <a:off x="523875" y="1381125"/>
          <a:ext cx="11144250" cy="3657600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Réflexe de départ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Pourquoi je ne l'ai pas suivi</a:t>
                      </a:r>
                    </a:p>
                  </a:txBody>
                  <a:tcPr marL="76200" marR="76200" marT="47625" marB="47625" anchor="ctr">
                    <a:solidFill>
                      <a:srgbClr val="123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Garder </a:t>
                      </a:r>
                      <a:r>
                        <a:rPr sz="1050">
                          <a:solidFill>
                            <a:srgbClr val="1677A8"/>
                          </a:solidFill>
                          <a:latin typeface="Consolas"/>
                          <a:ea typeface="Consolas"/>
                          <a:cs typeface="Consolas"/>
                        </a:rPr>
                        <a:t>moyenne_partiels_s1</a:t>
                      </a:r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(« c'est du S1 ! »)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consolidée en </a:t>
                      </a:r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fin</a:t>
                      </a:r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de S1 → vide au moment du scoring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Imputer avant le split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la médiane du jeu entier fait fuiter le test vers le train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Prendre </a:t>
                      </a:r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XGBoost</a:t>
                      </a:r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 (réflexe tabulaire)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aucun gain d'AUC significatif, et coefficients illisibles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Laisser le seuil à </a:t>
                      </a:r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0,5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suppose FN = FP ; ici le coût réel est </a:t>
                      </a:r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5:1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Réentraîner </a:t>
                      </a:r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tous les mois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les labels d'abandon n'arrivent qu'après la cohorte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Traduire l'AUC en </a:t>
                      </a:r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euros économisés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l'AUC mesure la discrimination, pas l'effet du tutorat</a:t>
                      </a:r>
                    </a:p>
                  </a:txBody>
                  <a:tcPr marL="76200" marR="76200" marT="47625" marB="47625" anchor="ctr"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Déployer sur </a:t>
                      </a:r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Kubernetes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5 200 étudiants/an : un VPS conteneurisé suffit</a:t>
                      </a:r>
                    </a:p>
                  </a:txBody>
                  <a:tcPr marL="76200" marR="76200" marT="47625" marB="47625" anchor="ctr"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270EE1A-6C8B-4A69-B23B-928D2814E4B0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11144250" cy="457200"/>
          </a:xfrm>
          <a:prstGeom prst="roundRect">
            <a:avLst>
              <a:gd name="adj" fmla="val 14583"/>
            </a:avLst>
          </a:prstGeom>
          <a:solidFill>
            <a:srgbClr val="FFF5D9"/>
          </a:solidFill>
          <a:ln w="9525">
            <a:solidFill>
              <a:srgbClr val="F6E7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3D8624-17AF-4239-8B1A-2675F9B7F131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47625" cy="45720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9E2849-1B43-4B2B-939C-66E97F7D31D8}"/>
              </a:ext>
            </a:extLst>
          </p:cNvPr>
          <p:cNvSpPr>
            <a:spLocks noGrp="1"/>
          </p:cNvSpPr>
          <p:nvPr/>
        </p:nvSpPr>
        <p:spPr>
          <a:xfrm>
            <a:off x="695325" y="5362575"/>
            <a:ext cx="10839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Chacun de ces arbitrages est daté et justifié dans le journal de bord.</a:t>
            </a:r>
          </a:p>
        </p:txBody>
      </p:sp>
    </p:spTree>
    <p:extLst>
      <p:ext uri="{BB962C8B-B14F-4D97-AF65-F5344CB8AC3E}">
        <p14:creationId xmlns:p14="http://schemas.microsoft.com/office/powerpoint/2010/main" val="1698241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95C105A-AD5B-4E1E-A6E7-1F8767EA41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1EAC20-D659-40D9-8100-21BB1E7514AC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D8DC67-9D57-4047-A274-CEDEC13AFC01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6EC9A-E6E3-4C07-8DFE-CA40957B613B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32">
            <a:extLst>
              <a:ext uri="{FF2B5EF4-FFF2-40B4-BE49-F238E27FC236}">
                <a16:creationId xmlns:a16="http://schemas.microsoft.com/office/drawing/2014/main" id="{0FFDA925-BDE4-4AF7-B454-64F0DF3599A5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20. Limites &amp; recommandations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FB016-D145-4B76-8D67-2F46991066AD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32">
            <a:extLst>
              <a:ext uri="{FF2B5EF4-FFF2-40B4-BE49-F238E27FC236}">
                <a16:creationId xmlns:a16="http://schemas.microsoft.com/office/drawing/2014/main" id="{832B72B2-9240-4CE3-ABDF-DA328CAB6B16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3FDB5EF-A74E-4701-9CD3-8C857D4141A6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43250" cy="4191000"/>
          </a:xfrm>
          <a:prstGeom prst="roundRect">
            <a:avLst>
              <a:gd name="adj" fmla="val 4242"/>
            </a:avLst>
          </a:prstGeom>
          <a:solidFill>
            <a:srgbClr val="0B1F33"/>
          </a:solidFill>
          <a:ln w="9525">
            <a:solidFill>
              <a:srgbClr val="0B1F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57782D-185A-430F-A108-58755D7C679C}"/>
              </a:ext>
            </a:extLst>
          </p:cNvPr>
          <p:cNvSpPr>
            <a:spLocks noGrp="1"/>
          </p:cNvSpPr>
          <p:nvPr/>
        </p:nvSpPr>
        <p:spPr>
          <a:xfrm>
            <a:off x="790575" y="1743075"/>
            <a:ext cx="5524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4A91DA-D845-4002-A6D6-5846658F4291}"/>
              </a:ext>
            </a:extLst>
          </p:cNvPr>
          <p:cNvSpPr>
            <a:spLocks noGrp="1"/>
          </p:cNvSpPr>
          <p:nvPr/>
        </p:nvSpPr>
        <p:spPr>
          <a:xfrm>
            <a:off x="790575" y="2181225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4398D-14D7-42FB-B769-103D8FE00304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à revalider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1E8A42-B281-4A84-93B7-7E764ACD43D9}"/>
              </a:ext>
            </a:extLst>
          </p:cNvPr>
          <p:cNvSpPr>
            <a:spLocks noGrp="1"/>
          </p:cNvSpPr>
          <p:nvPr/>
        </p:nvSpPr>
        <p:spPr>
          <a:xfrm>
            <a:off x="809625" y="450532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9EFFA"/>
                </a:solidFill>
                <a:latin typeface="Aptos"/>
                <a:ea typeface="Aptos"/>
                <a:cs typeface="Aptos"/>
              </a:rPr>
              <a:t>Les données actuelles sont synthétiques ; le score priorise, il ne décide pas.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44A4F1E-4BD9-435B-97A7-118BB6935993}"/>
              </a:ext>
            </a:extLst>
          </p:cNvPr>
          <p:cNvSpPr>
            <a:spLocks noGrp="1"/>
          </p:cNvSpPr>
          <p:nvPr/>
        </p:nvSpPr>
        <p:spPr>
          <a:xfrm>
            <a:off x="4000500" y="1476375"/>
            <a:ext cx="7667625" cy="41910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5EC51A-8193-4179-8175-9A43C9F0CDED}"/>
              </a:ext>
            </a:extLst>
          </p:cNvPr>
          <p:cNvSpPr>
            <a:spLocks noGrp="1"/>
          </p:cNvSpPr>
          <p:nvPr/>
        </p:nvSpPr>
        <p:spPr>
          <a:xfrm>
            <a:off x="4210050" y="1695450"/>
            <a:ext cx="47625" cy="29527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04C949-22CA-4DC7-AE9D-18D2FA89E3FB}"/>
              </a:ext>
            </a:extLst>
          </p:cNvPr>
          <p:cNvSpPr>
            <a:spLocks noGrp="1"/>
          </p:cNvSpPr>
          <p:nvPr/>
        </p:nvSpPr>
        <p:spPr>
          <a:xfrm>
            <a:off x="4381500" y="1666875"/>
            <a:ext cx="7077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Limites à traiter avant production</a:t>
            </a:r>
          </a:p>
        </p:txBody>
      </p:sp>
      <p:graphicFrame>
        <p:nvGraphicFramePr>
          <p:cNvPr id="18" name="Diagramme 17">
            <a:extLst>
              <a:ext uri="{FF2B5EF4-FFF2-40B4-BE49-F238E27FC236}">
                <a16:creationId xmlns:a16="http://schemas.microsoft.com/office/drawing/2014/main" id="{2149CFA3-1F0D-5DD5-536C-8DB647009A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820287"/>
              </p:ext>
            </p:extLst>
          </p:nvPr>
        </p:nvGraphicFramePr>
        <p:xfrm>
          <a:off x="4238625" y="2219325"/>
          <a:ext cx="7191375" cy="3286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5694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B3365E-A900-41D4-A268-D4044290F1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47625"/>
          </a:xfrm>
          <a:prstGeom prst="rect">
            <a:avLst/>
          </a:prstGeom>
          <a:solidFill>
            <a:srgbClr val="1677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8AE46B-62D7-4A23-862D-D1301BE8D7B7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3333750" cy="47625"/>
          </a:xfrm>
          <a:prstGeom prst="rect">
            <a:avLst/>
          </a:prstGeom>
          <a:solidFill>
            <a:srgbClr val="35C4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DBA7EE-9BDA-41C1-9ADE-E8CA19FD7E6C}"/>
              </a:ext>
            </a:extLst>
          </p:cNvPr>
          <p:cNvSpPr>
            <a:spLocks noGrp="1"/>
          </p:cNvSpPr>
          <p:nvPr/>
        </p:nvSpPr>
        <p:spPr>
          <a:xfrm>
            <a:off x="10572750" y="0"/>
            <a:ext cx="1619250" cy="47625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8428A-FB92-4404-9391-11084BBF8E48}"/>
              </a:ext>
            </a:extLst>
          </p:cNvPr>
          <p:cNvSpPr>
            <a:spLocks noGrp="1"/>
          </p:cNvSpPr>
          <p:nvPr/>
        </p:nvSpPr>
        <p:spPr>
          <a:xfrm>
            <a:off x="523875" y="361950"/>
            <a:ext cx="47625" cy="361950"/>
          </a:xfrm>
          <a:prstGeom prst="rect">
            <a:avLst/>
          </a:prstGeom>
          <a:solidFill>
            <a:srgbClr val="F2A51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itre slide 33">
            <a:extLst>
              <a:ext uri="{FF2B5EF4-FFF2-40B4-BE49-F238E27FC236}">
                <a16:creationId xmlns:a16="http://schemas.microsoft.com/office/drawing/2014/main" id="{227085B2-563F-4894-9F06-A146A766CB24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0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21. Conclusion — du modèle au Run, C1→C9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27012-2C41-47B9-82E8-88D20ED7D25C}"/>
              </a:ext>
            </a:extLst>
          </p:cNvPr>
          <p:cNvSpPr>
            <a:spLocks noGrp="1"/>
          </p:cNvSpPr>
          <p:nvPr/>
        </p:nvSpPr>
        <p:spPr>
          <a:xfrm>
            <a:off x="523875" y="962025"/>
            <a:ext cx="11144250" cy="9525"/>
          </a:xfrm>
          <a:prstGeom prst="rect">
            <a:avLst/>
          </a:prstGeom>
          <a:solidFill>
            <a:srgbClr val="D9E1E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uméro de page 33">
            <a:extLst>
              <a:ext uri="{FF2B5EF4-FFF2-40B4-BE49-F238E27FC236}">
                <a16:creationId xmlns:a16="http://schemas.microsoft.com/office/drawing/2014/main" id="{8D0DA12E-94E3-42B9-AAD9-DA69A866C8A7}"/>
              </a:ext>
            </a:extLst>
          </p:cNvPr>
          <p:cNvSpPr>
            <a:spLocks noGrp="1"/>
          </p:cNvSpPr>
          <p:nvPr/>
        </p:nvSpPr>
        <p:spPr>
          <a:xfrm>
            <a:off x="11430000" y="6429375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 wrap="none" lIns="0" tIns="0" rIns="0" bIns="0" anchor="ctr">
            <a:normAutofit fontScale="85739"/>
          </a:bodyPr>
          <a:lstStyle/>
          <a:p>
            <a:pPr algn="ctr">
              <a:lnSpc>
                <a:spcPct val="108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graphicFrame>
        <p:nvGraphicFramePr>
          <p:cNvPr id="12" name="Diagramme 11">
            <a:extLst>
              <a:ext uri="{FF2B5EF4-FFF2-40B4-BE49-F238E27FC236}">
                <a16:creationId xmlns:a16="http://schemas.microsoft.com/office/drawing/2014/main" id="{3066FD39-C258-47E1-616B-E3402D25E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3186584"/>
              </p:ext>
            </p:extLst>
          </p:nvPr>
        </p:nvGraphicFramePr>
        <p:xfrm>
          <a:off x="523875" y="1209675"/>
          <a:ext cx="11049000" cy="408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3403EDE-1AB8-49E2-9E6B-9B3D0336DF96}"/>
              </a:ext>
            </a:extLst>
          </p:cNvPr>
          <p:cNvSpPr>
            <a:spLocks noGrp="1"/>
          </p:cNvSpPr>
          <p:nvPr/>
        </p:nvSpPr>
        <p:spPr>
          <a:xfrm>
            <a:off x="523875" y="5487162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8000"/>
              </a:lnSpc>
              <a:defRPr sz="1350" b="0" i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📦 Code </a:t>
            </a:r>
            <a:r>
              <a:rPr sz="1350" b="0" i="0" dirty="0" err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complet</a:t>
            </a:r>
            <a:r>
              <a:rPr sz="1350" b="0" i="0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, tests, CI et documentation : </a:t>
            </a:r>
            <a:r>
              <a:rPr lang="fr-FR" sz="1400" u="sng" dirty="0">
                <a:solidFill>
                  <a:srgbClr val="FFFFFF"/>
                </a:solidFill>
                <a:latin typeface="Aptos"/>
                <a:ea typeface="Aptos"/>
                <a:cs typeface="Aptos"/>
                <a:hlinkClick r:id="rId8"/>
              </a:rPr>
              <a:t>github.com/MichaeLab34/examen</a:t>
            </a:r>
            <a:endParaRPr sz="1350" b="0" i="0" dirty="0">
              <a:solidFill>
                <a:srgbClr val="14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5A1D5E-6D1C-4F46-ADF7-02E1BC1238ED}"/>
              </a:ext>
            </a:extLst>
          </p:cNvPr>
          <p:cNvSpPr>
            <a:spLocks noGrp="1"/>
          </p:cNvSpPr>
          <p:nvPr/>
        </p:nvSpPr>
        <p:spPr>
          <a:xfrm>
            <a:off x="523875" y="6083808"/>
            <a:ext cx="619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 i="0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Merci — </a:t>
            </a:r>
            <a:r>
              <a:rPr sz="1800" b="1" i="0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vos</a:t>
            </a:r>
            <a:r>
              <a:rPr sz="1800" b="1" i="0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questions ?</a:t>
            </a:r>
          </a:p>
        </p:txBody>
      </p:sp>
    </p:spTree>
    <p:extLst>
      <p:ext uri="{BB962C8B-B14F-4D97-AF65-F5344CB8AC3E}">
        <p14:creationId xmlns:p14="http://schemas.microsoft.com/office/powerpoint/2010/main" val="208710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4524</Words>
  <Application>Microsoft Office PowerPoint</Application>
  <DocSecurity>0</DocSecurity>
  <PresentationFormat>Grand écran</PresentationFormat>
  <Paragraphs>501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9" baseType="lpstr">
      <vt:lpstr>Aptos</vt:lpstr>
      <vt:lpstr>Arial</vt:lpstr>
      <vt:lpstr>Calibri</vt:lpstr>
      <vt:lpstr>Consolas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Michael STAUDT</cp:lastModifiedBy>
  <cp:revision>23</cp:revision>
  <dcterms:created xsi:type="dcterms:W3CDTF">2026-07-29T08:01:04Z</dcterms:created>
  <dcterms:modified xsi:type="dcterms:W3CDTF">2026-07-29T09:29:45Z</dcterms:modified>
</cp:coreProperties>
</file>